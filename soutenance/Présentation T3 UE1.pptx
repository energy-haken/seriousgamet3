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7" r:id="rId6"/>
    <p:sldId id="269" r:id="rId7"/>
    <p:sldId id="268" r:id="rId8"/>
    <p:sldId id="270" r:id="rId9"/>
    <p:sldId id="275" r:id="rId10"/>
    <p:sldId id="271" r:id="rId11"/>
    <p:sldId id="272" r:id="rId12"/>
    <p:sldId id="273" r:id="rId13"/>
    <p:sldId id="274" r:id="rId14"/>
    <p:sldId id="276" r:id="rId15"/>
    <p:sldId id="277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626"/>
    <a:srgbClr val="0D0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FB9CF-D64F-43F6-A298-43BEBB5EBB6F}" v="354" dt="2025-01-15T08:30:44.474"/>
    <p1510:client id="{EBE0A97A-D858-4EBA-8DB2-2830C047F4A2}" v="606" dt="2025-01-14T08:44:31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5" d="100"/>
          <a:sy n="75" d="100"/>
        </p:scale>
        <p:origin x="653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R" userId="b2ac1af611feb5aa" providerId="LiveId" clId="{782FB9CF-D64F-43F6-A298-43BEBB5EBB6F}"/>
    <pc:docChg chg="undo custSel addSld delSld modSld sldOrd">
      <pc:chgData name="Nathan R" userId="b2ac1af611feb5aa" providerId="LiveId" clId="{782FB9CF-D64F-43F6-A298-43BEBB5EBB6F}" dt="2025-01-15T08:30:53.220" v="1237" actId="14100"/>
      <pc:docMkLst>
        <pc:docMk/>
      </pc:docMkLst>
      <pc:sldChg chg="addSp delSp modSp mod">
        <pc:chgData name="Nathan R" userId="b2ac1af611feb5aa" providerId="LiveId" clId="{782FB9CF-D64F-43F6-A298-43BEBB5EBB6F}" dt="2025-01-15T07:54:35.844" v="1156" actId="20577"/>
        <pc:sldMkLst>
          <pc:docMk/>
          <pc:sldMk cId="2373617164" sldId="256"/>
        </pc:sldMkLst>
        <pc:spChg chg="add mod">
          <ac:chgData name="Nathan R" userId="b2ac1af611feb5aa" providerId="LiveId" clId="{782FB9CF-D64F-43F6-A298-43BEBB5EBB6F}" dt="2025-01-15T07:54:33.117" v="1154"/>
          <ac:spMkLst>
            <pc:docMk/>
            <pc:sldMk cId="2373617164" sldId="256"/>
            <ac:spMk id="2" creationId="{97D2B825-0BAA-9CB9-50BC-DBEF5749F58E}"/>
          </ac:spMkLst>
        </pc:spChg>
        <pc:spChg chg="add mod">
          <ac:chgData name="Nathan R" userId="b2ac1af611feb5aa" providerId="LiveId" clId="{782FB9CF-D64F-43F6-A298-43BEBB5EBB6F}" dt="2025-01-15T07:54:35.844" v="1156" actId="20577"/>
          <ac:spMkLst>
            <pc:docMk/>
            <pc:sldMk cId="2373617164" sldId="256"/>
            <ac:spMk id="3" creationId="{118BED7A-D81A-AB30-D897-768036F423F4}"/>
          </ac:spMkLst>
        </pc:spChg>
        <pc:spChg chg="del">
          <ac:chgData name="Nathan R" userId="b2ac1af611feb5aa" providerId="LiveId" clId="{782FB9CF-D64F-43F6-A298-43BEBB5EBB6F}" dt="2025-01-15T07:54:34.339" v="1155" actId="478"/>
          <ac:spMkLst>
            <pc:docMk/>
            <pc:sldMk cId="2373617164" sldId="256"/>
            <ac:spMk id="10" creationId="{B8017A6E-C119-2BFA-A209-1E372CA6A2FC}"/>
          </ac:spMkLst>
        </pc:spChg>
      </pc:sldChg>
      <pc:sldChg chg="addSp modSp mod">
        <pc:chgData name="Nathan R" userId="b2ac1af611feb5aa" providerId="LiveId" clId="{782FB9CF-D64F-43F6-A298-43BEBB5EBB6F}" dt="2025-01-12T09:42:36.821" v="38" actId="1076"/>
        <pc:sldMkLst>
          <pc:docMk/>
          <pc:sldMk cId="3443846206" sldId="258"/>
        </pc:sldMkLst>
        <pc:spChg chg="add mod">
          <ac:chgData name="Nathan R" userId="b2ac1af611feb5aa" providerId="LiveId" clId="{782FB9CF-D64F-43F6-A298-43BEBB5EBB6F}" dt="2025-01-12T09:41:26.262" v="13" actId="164"/>
          <ac:spMkLst>
            <pc:docMk/>
            <pc:sldMk cId="3443846206" sldId="258"/>
            <ac:spMk id="4" creationId="{D7E98FE9-C4E6-D157-6934-E3E0E683F5B3}"/>
          </ac:spMkLst>
        </pc:spChg>
        <pc:spChg chg="add mod">
          <ac:chgData name="Nathan R" userId="b2ac1af611feb5aa" providerId="LiveId" clId="{782FB9CF-D64F-43F6-A298-43BEBB5EBB6F}" dt="2025-01-12T09:42:36.821" v="38" actId="1076"/>
          <ac:spMkLst>
            <pc:docMk/>
            <pc:sldMk cId="3443846206" sldId="258"/>
            <ac:spMk id="8" creationId="{F59A6B63-FC58-5318-0D37-BE87044C414D}"/>
          </ac:spMkLst>
        </pc:spChg>
        <pc:grpChg chg="add mod">
          <ac:chgData name="Nathan R" userId="b2ac1af611feb5aa" providerId="LiveId" clId="{782FB9CF-D64F-43F6-A298-43BEBB5EBB6F}" dt="2025-01-12T09:41:48.780" v="14" actId="1076"/>
          <ac:grpSpMkLst>
            <pc:docMk/>
            <pc:sldMk cId="3443846206" sldId="258"/>
            <ac:grpSpMk id="6" creationId="{063D351B-902F-72D0-54C6-C46498F55AB4}"/>
          </ac:grpSpMkLst>
        </pc:grpChg>
        <pc:picChg chg="add mod">
          <ac:chgData name="Nathan R" userId="b2ac1af611feb5aa" providerId="LiveId" clId="{782FB9CF-D64F-43F6-A298-43BEBB5EBB6F}" dt="2025-01-12T09:41:26.262" v="13" actId="164"/>
          <ac:picMkLst>
            <pc:docMk/>
            <pc:sldMk cId="3443846206" sldId="258"/>
            <ac:picMk id="3" creationId="{40243C02-453C-F967-75C5-49A0CD046505}"/>
          </ac:picMkLst>
        </pc:picChg>
      </pc:sldChg>
      <pc:sldChg chg="addSp delSp modSp add mod">
        <pc:chgData name="Nathan R" userId="b2ac1af611feb5aa" providerId="LiveId" clId="{782FB9CF-D64F-43F6-A298-43BEBB5EBB6F}" dt="2025-01-12T10:02:47.301" v="176" actId="14100"/>
        <pc:sldMkLst>
          <pc:docMk/>
          <pc:sldMk cId="3682669219" sldId="259"/>
        </pc:sldMkLst>
        <pc:spChg chg="add mod">
          <ac:chgData name="Nathan R" userId="b2ac1af611feb5aa" providerId="LiveId" clId="{782FB9CF-D64F-43F6-A298-43BEBB5EBB6F}" dt="2025-01-12T10:02:44.849" v="175" actId="1076"/>
          <ac:spMkLst>
            <pc:docMk/>
            <pc:sldMk cId="3682669219" sldId="259"/>
            <ac:spMk id="2" creationId="{969D4CAE-C5C8-F0FC-789B-B7476BC948C9}"/>
          </ac:spMkLst>
        </pc:spChg>
        <pc:spChg chg="mod">
          <ac:chgData name="Nathan R" userId="b2ac1af611feb5aa" providerId="LiveId" clId="{782FB9CF-D64F-43F6-A298-43BEBB5EBB6F}" dt="2025-01-12T10:02:44.849" v="175" actId="1076"/>
          <ac:spMkLst>
            <pc:docMk/>
            <pc:sldMk cId="3682669219" sldId="259"/>
            <ac:spMk id="8" creationId="{0F0FBA4E-ED20-D8E0-DD74-A8BD3837328F}"/>
          </ac:spMkLst>
        </pc:spChg>
        <pc:picChg chg="add mod">
          <ac:chgData name="Nathan R" userId="b2ac1af611feb5aa" providerId="LiveId" clId="{782FB9CF-D64F-43F6-A298-43BEBB5EBB6F}" dt="2025-01-12T10:02:38.013" v="174" actId="1076"/>
          <ac:picMkLst>
            <pc:docMk/>
            <pc:sldMk cId="3682669219" sldId="259"/>
            <ac:picMk id="10" creationId="{46586198-A7F9-B0DF-F202-CC9B65E35AF5}"/>
          </ac:picMkLst>
        </pc:picChg>
        <pc:picChg chg="add mod">
          <ac:chgData name="Nathan R" userId="b2ac1af611feb5aa" providerId="LiveId" clId="{782FB9CF-D64F-43F6-A298-43BEBB5EBB6F}" dt="2025-01-12T10:02:47.301" v="176" actId="14100"/>
          <ac:picMkLst>
            <pc:docMk/>
            <pc:sldMk cId="3682669219" sldId="259"/>
            <ac:picMk id="1026" creationId="{5AFF761A-71D3-79F1-D2C9-50CAE73C26BB}"/>
          </ac:picMkLst>
        </pc:picChg>
      </pc:sldChg>
      <pc:sldChg chg="del">
        <pc:chgData name="Nathan R" userId="b2ac1af611feb5aa" providerId="LiveId" clId="{782FB9CF-D64F-43F6-A298-43BEBB5EBB6F}" dt="2025-01-14T19:24:17.453" v="181" actId="47"/>
        <pc:sldMkLst>
          <pc:docMk/>
          <pc:sldMk cId="3284458985" sldId="260"/>
        </pc:sldMkLst>
      </pc:sldChg>
      <pc:sldChg chg="del">
        <pc:chgData name="Nathan R" userId="b2ac1af611feb5aa" providerId="LiveId" clId="{782FB9CF-D64F-43F6-A298-43BEBB5EBB6F}" dt="2025-01-14T19:24:17.665" v="182" actId="47"/>
        <pc:sldMkLst>
          <pc:docMk/>
          <pc:sldMk cId="311149007" sldId="261"/>
        </pc:sldMkLst>
      </pc:sldChg>
      <pc:sldChg chg="del">
        <pc:chgData name="Nathan R" userId="b2ac1af611feb5aa" providerId="LiveId" clId="{782FB9CF-D64F-43F6-A298-43BEBB5EBB6F}" dt="2025-01-14T19:24:18.939" v="183" actId="47"/>
        <pc:sldMkLst>
          <pc:docMk/>
          <pc:sldMk cId="1308555846" sldId="262"/>
        </pc:sldMkLst>
      </pc:sldChg>
      <pc:sldChg chg="del">
        <pc:chgData name="Nathan R" userId="b2ac1af611feb5aa" providerId="LiveId" clId="{782FB9CF-D64F-43F6-A298-43BEBB5EBB6F}" dt="2025-01-14T19:24:19.860" v="184" actId="47"/>
        <pc:sldMkLst>
          <pc:docMk/>
          <pc:sldMk cId="360100198" sldId="263"/>
        </pc:sldMkLst>
      </pc:sldChg>
      <pc:sldChg chg="del">
        <pc:chgData name="Nathan R" userId="b2ac1af611feb5aa" providerId="LiveId" clId="{782FB9CF-D64F-43F6-A298-43BEBB5EBB6F}" dt="2025-01-14T19:24:20.814" v="186" actId="47"/>
        <pc:sldMkLst>
          <pc:docMk/>
          <pc:sldMk cId="2413716132" sldId="264"/>
        </pc:sldMkLst>
      </pc:sldChg>
      <pc:sldChg chg="del">
        <pc:chgData name="Nathan R" userId="b2ac1af611feb5aa" providerId="LiveId" clId="{782FB9CF-D64F-43F6-A298-43BEBB5EBB6F}" dt="2025-01-14T19:24:21.260" v="187" actId="47"/>
        <pc:sldMkLst>
          <pc:docMk/>
          <pc:sldMk cId="850550228" sldId="265"/>
        </pc:sldMkLst>
      </pc:sldChg>
      <pc:sldChg chg="del">
        <pc:chgData name="Nathan R" userId="b2ac1af611feb5aa" providerId="LiveId" clId="{782FB9CF-D64F-43F6-A298-43BEBB5EBB6F}" dt="2025-01-14T19:24:20.413" v="185" actId="47"/>
        <pc:sldMkLst>
          <pc:docMk/>
          <pc:sldMk cId="2377402401" sldId="266"/>
        </pc:sldMkLst>
      </pc:sldChg>
      <pc:sldChg chg="ord">
        <pc:chgData name="Nathan R" userId="b2ac1af611feb5aa" providerId="LiveId" clId="{782FB9CF-D64F-43F6-A298-43BEBB5EBB6F}" dt="2025-01-15T08:27:30.551" v="1201"/>
        <pc:sldMkLst>
          <pc:docMk/>
          <pc:sldMk cId="400044409" sldId="267"/>
        </pc:sldMkLst>
      </pc:sldChg>
      <pc:sldChg chg="addSp delSp modSp mod">
        <pc:chgData name="Nathan R" userId="b2ac1af611feb5aa" providerId="LiveId" clId="{782FB9CF-D64F-43F6-A298-43BEBB5EBB6F}" dt="2025-01-15T08:23:48.394" v="1168" actId="1076"/>
        <pc:sldMkLst>
          <pc:docMk/>
          <pc:sldMk cId="3367863746" sldId="268"/>
        </pc:sldMkLst>
        <pc:picChg chg="del">
          <ac:chgData name="Nathan R" userId="b2ac1af611feb5aa" providerId="LiveId" clId="{782FB9CF-D64F-43F6-A298-43BEBB5EBB6F}" dt="2025-01-14T19:23:45.106" v="177" actId="478"/>
          <ac:picMkLst>
            <pc:docMk/>
            <pc:sldMk cId="3367863746" sldId="268"/>
            <ac:picMk id="2" creationId="{F4EA041D-43B1-AA12-A761-8C4B6BF9AE20}"/>
          </ac:picMkLst>
        </pc:picChg>
        <pc:picChg chg="add del mod">
          <ac:chgData name="Nathan R" userId="b2ac1af611feb5aa" providerId="LiveId" clId="{782FB9CF-D64F-43F6-A298-43BEBB5EBB6F}" dt="2025-01-15T08:23:42.512" v="1165" actId="478"/>
          <ac:picMkLst>
            <pc:docMk/>
            <pc:sldMk cId="3367863746" sldId="268"/>
            <ac:picMk id="3" creationId="{26082E59-9CE6-4A59-31A9-67B4368ADAF2}"/>
          </ac:picMkLst>
        </pc:picChg>
        <pc:picChg chg="add del mod">
          <ac:chgData name="Nathan R" userId="b2ac1af611feb5aa" providerId="LiveId" clId="{782FB9CF-D64F-43F6-A298-43BEBB5EBB6F}" dt="2025-01-15T08:19:37.987" v="1159" actId="478"/>
          <ac:picMkLst>
            <pc:docMk/>
            <pc:sldMk cId="3367863746" sldId="268"/>
            <ac:picMk id="4" creationId="{9D7155F7-025E-26CC-7859-C7DF1095EFEA}"/>
          </ac:picMkLst>
        </pc:picChg>
        <pc:picChg chg="add mod">
          <ac:chgData name="Nathan R" userId="b2ac1af611feb5aa" providerId="LiveId" clId="{782FB9CF-D64F-43F6-A298-43BEBB5EBB6F}" dt="2025-01-15T08:23:48.394" v="1168" actId="1076"/>
          <ac:picMkLst>
            <pc:docMk/>
            <pc:sldMk cId="3367863746" sldId="268"/>
            <ac:picMk id="8" creationId="{793E459C-D502-65D5-0398-3A3F3B692B7E}"/>
          </ac:picMkLst>
        </pc:picChg>
      </pc:sldChg>
      <pc:sldChg chg="addSp delSp modSp add mod delAnim modAnim">
        <pc:chgData name="Nathan R" userId="b2ac1af611feb5aa" providerId="LiveId" clId="{782FB9CF-D64F-43F6-A298-43BEBB5EBB6F}" dt="2025-01-14T20:10:52.065" v="700" actId="208"/>
        <pc:sldMkLst>
          <pc:docMk/>
          <pc:sldMk cId="1901102564" sldId="270"/>
        </pc:sldMkLst>
        <pc:spChg chg="add mod">
          <ac:chgData name="Nathan R" userId="b2ac1af611feb5aa" providerId="LiveId" clId="{782FB9CF-D64F-43F6-A298-43BEBB5EBB6F}" dt="2025-01-14T20:07:49.627" v="613" actId="1076"/>
          <ac:spMkLst>
            <pc:docMk/>
            <pc:sldMk cId="1901102564" sldId="270"/>
            <ac:spMk id="9" creationId="{767346F5-E17A-0B6E-98B7-9660AF4B85C2}"/>
          </ac:spMkLst>
        </pc:spChg>
        <pc:spChg chg="add mod">
          <ac:chgData name="Nathan R" userId="b2ac1af611feb5aa" providerId="LiveId" clId="{782FB9CF-D64F-43F6-A298-43BEBB5EBB6F}" dt="2025-01-14T20:07:59.281" v="627" actId="1076"/>
          <ac:spMkLst>
            <pc:docMk/>
            <pc:sldMk cId="1901102564" sldId="270"/>
            <ac:spMk id="10" creationId="{ACEA5460-D165-EF6D-C1DC-72044BC82138}"/>
          </ac:spMkLst>
        </pc:spChg>
        <pc:spChg chg="add mod">
          <ac:chgData name="Nathan R" userId="b2ac1af611feb5aa" providerId="LiveId" clId="{782FB9CF-D64F-43F6-A298-43BEBB5EBB6F}" dt="2025-01-14T20:08:05.237" v="639" actId="20577"/>
          <ac:spMkLst>
            <pc:docMk/>
            <pc:sldMk cId="1901102564" sldId="270"/>
            <ac:spMk id="11" creationId="{F0BC0588-E194-6F89-B46D-C3000F718AB3}"/>
          </ac:spMkLst>
        </pc:spChg>
        <pc:spChg chg="add mod">
          <ac:chgData name="Nathan R" userId="b2ac1af611feb5aa" providerId="LiveId" clId="{782FB9CF-D64F-43F6-A298-43BEBB5EBB6F}" dt="2025-01-14T20:08:25.231" v="671" actId="1076"/>
          <ac:spMkLst>
            <pc:docMk/>
            <pc:sldMk cId="1901102564" sldId="270"/>
            <ac:spMk id="12" creationId="{0E238B11-D6F8-86DD-C2DF-79C3E8A7151B}"/>
          </ac:spMkLst>
        </pc:spChg>
        <pc:spChg chg="add mod">
          <ac:chgData name="Nathan R" userId="b2ac1af611feb5aa" providerId="LiveId" clId="{782FB9CF-D64F-43F6-A298-43BEBB5EBB6F}" dt="2025-01-14T20:08:43.100" v="679" actId="1076"/>
          <ac:spMkLst>
            <pc:docMk/>
            <pc:sldMk cId="1901102564" sldId="270"/>
            <ac:spMk id="13" creationId="{A365428C-69B1-B8F6-D4FE-CB44A51F5427}"/>
          </ac:spMkLst>
        </pc:spChg>
        <pc:picChg chg="add del mod">
          <ac:chgData name="Nathan R" userId="b2ac1af611feb5aa" providerId="LiveId" clId="{782FB9CF-D64F-43F6-A298-43BEBB5EBB6F}" dt="2025-01-14T19:29:58.594" v="240" actId="478"/>
          <ac:picMkLst>
            <pc:docMk/>
            <pc:sldMk cId="1901102564" sldId="270"/>
            <ac:picMk id="3" creationId="{66ECE51A-9F6E-A6DC-7E69-48B3CFB14729}"/>
          </ac:picMkLst>
        </pc:picChg>
        <pc:picChg chg="mod modCrop">
          <ac:chgData name="Nathan R" userId="b2ac1af611feb5aa" providerId="LiveId" clId="{782FB9CF-D64F-43F6-A298-43BEBB5EBB6F}" dt="2025-01-14T20:07:16.148" v="595" actId="14100"/>
          <ac:picMkLst>
            <pc:docMk/>
            <pc:sldMk cId="1901102564" sldId="270"/>
            <ac:picMk id="4" creationId="{C5798957-EDBC-7FB9-9222-5EBA22A6A1EC}"/>
          </ac:picMkLst>
        </pc:picChg>
        <pc:picChg chg="add mod">
          <ac:chgData name="Nathan R" userId="b2ac1af611feb5aa" providerId="LiveId" clId="{782FB9CF-D64F-43F6-A298-43BEBB5EBB6F}" dt="2025-01-14T20:07:32.422" v="596" actId="14100"/>
          <ac:picMkLst>
            <pc:docMk/>
            <pc:sldMk cId="1901102564" sldId="270"/>
            <ac:picMk id="8" creationId="{F114D790-94F8-1469-219E-2492415638D5}"/>
          </ac:picMkLst>
        </pc:picChg>
        <pc:cxnChg chg="add mod">
          <ac:chgData name="Nathan R" userId="b2ac1af611feb5aa" providerId="LiveId" clId="{782FB9CF-D64F-43F6-A298-43BEBB5EBB6F}" dt="2025-01-14T20:09:07.138" v="682" actId="14100"/>
          <ac:cxnSpMkLst>
            <pc:docMk/>
            <pc:sldMk cId="1901102564" sldId="270"/>
            <ac:cxnSpMk id="15" creationId="{742A5102-87B8-E0B5-54EF-87859CF227D0}"/>
          </ac:cxnSpMkLst>
        </pc:cxnChg>
        <pc:cxnChg chg="add mod">
          <ac:chgData name="Nathan R" userId="b2ac1af611feb5aa" providerId="LiveId" clId="{782FB9CF-D64F-43F6-A298-43BEBB5EBB6F}" dt="2025-01-14T20:10:10.050" v="692" actId="14100"/>
          <ac:cxnSpMkLst>
            <pc:docMk/>
            <pc:sldMk cId="1901102564" sldId="270"/>
            <ac:cxnSpMk id="18" creationId="{8F0BD721-863C-9B38-0C2E-D3BBB26BFE61}"/>
          </ac:cxnSpMkLst>
        </pc:cxnChg>
        <pc:cxnChg chg="add mod">
          <ac:chgData name="Nathan R" userId="b2ac1af611feb5aa" providerId="LiveId" clId="{782FB9CF-D64F-43F6-A298-43BEBB5EBB6F}" dt="2025-01-14T20:09:39.436" v="689" actId="14100"/>
          <ac:cxnSpMkLst>
            <pc:docMk/>
            <pc:sldMk cId="1901102564" sldId="270"/>
            <ac:cxnSpMk id="20" creationId="{C474D99A-8E51-2DE2-308D-D3131915A233}"/>
          </ac:cxnSpMkLst>
        </pc:cxnChg>
        <pc:cxnChg chg="add mod">
          <ac:chgData name="Nathan R" userId="b2ac1af611feb5aa" providerId="LiveId" clId="{782FB9CF-D64F-43F6-A298-43BEBB5EBB6F}" dt="2025-01-14T20:09:52.006" v="691" actId="208"/>
          <ac:cxnSpMkLst>
            <pc:docMk/>
            <pc:sldMk cId="1901102564" sldId="270"/>
            <ac:cxnSpMk id="25" creationId="{8837CBFF-3448-7338-8459-18B1AF6DD78E}"/>
          </ac:cxnSpMkLst>
        </pc:cxnChg>
        <pc:cxnChg chg="add mod">
          <ac:chgData name="Nathan R" userId="b2ac1af611feb5aa" providerId="LiveId" clId="{782FB9CF-D64F-43F6-A298-43BEBB5EBB6F}" dt="2025-01-14T20:10:23.431" v="694" actId="208"/>
          <ac:cxnSpMkLst>
            <pc:docMk/>
            <pc:sldMk cId="1901102564" sldId="270"/>
            <ac:cxnSpMk id="28" creationId="{5C0DA882-31CC-9E7B-066E-9C030506069D}"/>
          </ac:cxnSpMkLst>
        </pc:cxnChg>
        <pc:cxnChg chg="add mod">
          <ac:chgData name="Nathan R" userId="b2ac1af611feb5aa" providerId="LiveId" clId="{782FB9CF-D64F-43F6-A298-43BEBB5EBB6F}" dt="2025-01-14T20:10:29.203" v="696" actId="208"/>
          <ac:cxnSpMkLst>
            <pc:docMk/>
            <pc:sldMk cId="1901102564" sldId="270"/>
            <ac:cxnSpMk id="30" creationId="{1BD0E1A8-4908-C6D9-6D7D-A74085A41B85}"/>
          </ac:cxnSpMkLst>
        </pc:cxnChg>
        <pc:cxnChg chg="add mod">
          <ac:chgData name="Nathan R" userId="b2ac1af611feb5aa" providerId="LiveId" clId="{782FB9CF-D64F-43F6-A298-43BEBB5EBB6F}" dt="2025-01-14T20:10:36.179" v="698" actId="208"/>
          <ac:cxnSpMkLst>
            <pc:docMk/>
            <pc:sldMk cId="1901102564" sldId="270"/>
            <ac:cxnSpMk id="32" creationId="{29C76F49-6D26-3766-CF14-84EAAD5795D7}"/>
          </ac:cxnSpMkLst>
        </pc:cxnChg>
        <pc:cxnChg chg="add mod">
          <ac:chgData name="Nathan R" userId="b2ac1af611feb5aa" providerId="LiveId" clId="{782FB9CF-D64F-43F6-A298-43BEBB5EBB6F}" dt="2025-01-14T20:10:52.065" v="700" actId="208"/>
          <ac:cxnSpMkLst>
            <pc:docMk/>
            <pc:sldMk cId="1901102564" sldId="270"/>
            <ac:cxnSpMk id="34" creationId="{0F036367-3054-AD50-1215-9C5A79D027C1}"/>
          </ac:cxnSpMkLst>
        </pc:cxnChg>
      </pc:sldChg>
      <pc:sldChg chg="addSp delSp modSp add mod ord delAnim modAnim">
        <pc:chgData name="Nathan R" userId="b2ac1af611feb5aa" providerId="LiveId" clId="{782FB9CF-D64F-43F6-A298-43BEBB5EBB6F}" dt="2025-01-15T08:30:53.220" v="1237" actId="14100"/>
        <pc:sldMkLst>
          <pc:docMk/>
          <pc:sldMk cId="1220973195" sldId="271"/>
        </pc:sldMkLst>
        <pc:spChg chg="add mod">
          <ac:chgData name="Nathan R" userId="b2ac1af611feb5aa" providerId="LiveId" clId="{782FB9CF-D64F-43F6-A298-43BEBB5EBB6F}" dt="2025-01-15T08:29:47.627" v="1226" actId="1076"/>
          <ac:spMkLst>
            <pc:docMk/>
            <pc:sldMk cId="1220973195" sldId="271"/>
            <ac:spMk id="6" creationId="{4D4F7C53-A67D-1212-F89E-7FF57980B65A}"/>
          </ac:spMkLst>
        </pc:spChg>
        <pc:spChg chg="add mod">
          <ac:chgData name="Nathan R" userId="b2ac1af611feb5aa" providerId="LiveId" clId="{782FB9CF-D64F-43F6-A298-43BEBB5EBB6F}" dt="2025-01-15T08:29:58.242" v="1230" actId="1076"/>
          <ac:spMkLst>
            <pc:docMk/>
            <pc:sldMk cId="1220973195" sldId="271"/>
            <ac:spMk id="8" creationId="{90D105A3-6BF2-C09F-3518-FD90FD53145A}"/>
          </ac:spMkLst>
        </pc:spChg>
        <pc:spChg chg="add mod">
          <ac:chgData name="Nathan R" userId="b2ac1af611feb5aa" providerId="LiveId" clId="{782FB9CF-D64F-43F6-A298-43BEBB5EBB6F}" dt="2025-01-15T08:29:55.919" v="1229" actId="1076"/>
          <ac:spMkLst>
            <pc:docMk/>
            <pc:sldMk cId="1220973195" sldId="271"/>
            <ac:spMk id="10" creationId="{31BC7D28-273E-E8A6-6DC4-CCE1854B414A}"/>
          </ac:spMkLst>
        </pc:spChg>
        <pc:picChg chg="add del mod">
          <ac:chgData name="Nathan R" userId="b2ac1af611feb5aa" providerId="LiveId" clId="{782FB9CF-D64F-43F6-A298-43BEBB5EBB6F}" dt="2025-01-15T08:29:00.729" v="1204" actId="478"/>
          <ac:picMkLst>
            <pc:docMk/>
            <pc:sldMk cId="1220973195" sldId="271"/>
            <ac:picMk id="3" creationId="{E9DD3DBE-7166-998A-6072-0E0ACB4F95D8}"/>
          </ac:picMkLst>
        </pc:picChg>
        <pc:picChg chg="mod modCrop">
          <ac:chgData name="Nathan R" userId="b2ac1af611feb5aa" providerId="LiveId" clId="{782FB9CF-D64F-43F6-A298-43BEBB5EBB6F}" dt="2025-01-15T08:29:20.987" v="1213" actId="14100"/>
          <ac:picMkLst>
            <pc:docMk/>
            <pc:sldMk cId="1220973195" sldId="271"/>
            <ac:picMk id="4" creationId="{57DD6C7B-9442-A238-DF73-827CC60DF950}"/>
          </ac:picMkLst>
        </pc:picChg>
        <pc:picChg chg="add mod">
          <ac:chgData name="Nathan R" userId="b2ac1af611feb5aa" providerId="LiveId" clId="{782FB9CF-D64F-43F6-A298-43BEBB5EBB6F}" dt="2025-01-15T08:29:39.706" v="1220" actId="1076"/>
          <ac:picMkLst>
            <pc:docMk/>
            <pc:sldMk cId="1220973195" sldId="271"/>
            <ac:picMk id="9" creationId="{CD04080A-D276-8F9E-8F03-865CF87F49A7}"/>
          </ac:picMkLst>
        </pc:picChg>
        <pc:cxnChg chg="add mod">
          <ac:chgData name="Nathan R" userId="b2ac1af611feb5aa" providerId="LiveId" clId="{782FB9CF-D64F-43F6-A298-43BEBB5EBB6F}" dt="2025-01-15T08:30:16.605" v="1234" actId="14100"/>
          <ac:cxnSpMkLst>
            <pc:docMk/>
            <pc:sldMk cId="1220973195" sldId="271"/>
            <ac:cxnSpMk id="11" creationId="{76A6B583-D09D-6AEB-02A7-2DE460E328C0}"/>
          </ac:cxnSpMkLst>
        </pc:cxnChg>
        <pc:cxnChg chg="add mod">
          <ac:chgData name="Nathan R" userId="b2ac1af611feb5aa" providerId="LiveId" clId="{782FB9CF-D64F-43F6-A298-43BEBB5EBB6F}" dt="2025-01-15T08:30:53.220" v="1237" actId="14100"/>
          <ac:cxnSpMkLst>
            <pc:docMk/>
            <pc:sldMk cId="1220973195" sldId="271"/>
            <ac:cxnSpMk id="13" creationId="{9E800741-92D5-062C-7FA4-103CDB03C9CF}"/>
          </ac:cxnSpMkLst>
        </pc:cxnChg>
      </pc:sldChg>
      <pc:sldChg chg="addSp delSp modSp add mod">
        <pc:chgData name="Nathan R" userId="b2ac1af611feb5aa" providerId="LiveId" clId="{782FB9CF-D64F-43F6-A298-43BEBB5EBB6F}" dt="2025-01-15T08:26:25.377" v="1199" actId="1076"/>
        <pc:sldMkLst>
          <pc:docMk/>
          <pc:sldMk cId="3681972653" sldId="272"/>
        </pc:sldMkLst>
        <pc:spChg chg="add mod">
          <ac:chgData name="Nathan R" userId="b2ac1af611feb5aa" providerId="LiveId" clId="{782FB9CF-D64F-43F6-A298-43BEBB5EBB6F}" dt="2025-01-14T20:02:24.808" v="469" actId="20577"/>
          <ac:spMkLst>
            <pc:docMk/>
            <pc:sldMk cId="3681972653" sldId="272"/>
            <ac:spMk id="8" creationId="{B52EEA91-5A1C-00B2-30B3-CEDD5C729BC4}"/>
          </ac:spMkLst>
        </pc:spChg>
        <pc:spChg chg="add mod">
          <ac:chgData name="Nathan R" userId="b2ac1af611feb5aa" providerId="LiveId" clId="{782FB9CF-D64F-43F6-A298-43BEBB5EBB6F}" dt="2025-01-14T20:02:33.450" v="481" actId="20577"/>
          <ac:spMkLst>
            <pc:docMk/>
            <pc:sldMk cId="3681972653" sldId="272"/>
            <ac:spMk id="9" creationId="{359A66D3-88C2-2824-BCD5-888E0944E84A}"/>
          </ac:spMkLst>
        </pc:spChg>
        <pc:spChg chg="add mod">
          <ac:chgData name="Nathan R" userId="b2ac1af611feb5aa" providerId="LiveId" clId="{782FB9CF-D64F-43F6-A298-43BEBB5EBB6F}" dt="2025-01-14T20:02:47.641" v="500" actId="1076"/>
          <ac:spMkLst>
            <pc:docMk/>
            <pc:sldMk cId="3681972653" sldId="272"/>
            <ac:spMk id="10" creationId="{B5481511-8EFE-8A31-6C93-2774D64C747B}"/>
          </ac:spMkLst>
        </pc:spChg>
        <pc:spChg chg="add mod">
          <ac:chgData name="Nathan R" userId="b2ac1af611feb5aa" providerId="LiveId" clId="{782FB9CF-D64F-43F6-A298-43BEBB5EBB6F}" dt="2025-01-14T20:03:06.653" v="502" actId="1076"/>
          <ac:spMkLst>
            <pc:docMk/>
            <pc:sldMk cId="3681972653" sldId="272"/>
            <ac:spMk id="11" creationId="{AD594488-BCFD-9734-8FBB-7D9E2DB8C4F9}"/>
          </ac:spMkLst>
        </pc:spChg>
        <pc:spChg chg="add mod">
          <ac:chgData name="Nathan R" userId="b2ac1af611feb5aa" providerId="LiveId" clId="{782FB9CF-D64F-43F6-A298-43BEBB5EBB6F}" dt="2025-01-14T20:03:12.806" v="504" actId="1076"/>
          <ac:spMkLst>
            <pc:docMk/>
            <pc:sldMk cId="3681972653" sldId="272"/>
            <ac:spMk id="12" creationId="{AE1256BD-DB1D-E329-BE4C-1FE4FC5608B4}"/>
          </ac:spMkLst>
        </pc:spChg>
        <pc:spChg chg="add mod">
          <ac:chgData name="Nathan R" userId="b2ac1af611feb5aa" providerId="LiveId" clId="{782FB9CF-D64F-43F6-A298-43BEBB5EBB6F}" dt="2025-01-14T20:03:17.466" v="506" actId="1076"/>
          <ac:spMkLst>
            <pc:docMk/>
            <pc:sldMk cId="3681972653" sldId="272"/>
            <ac:spMk id="13" creationId="{D5125BE9-AAAF-C4EE-89AD-E3D40F70233B}"/>
          </ac:spMkLst>
        </pc:spChg>
        <pc:spChg chg="add mod">
          <ac:chgData name="Nathan R" userId="b2ac1af611feb5aa" providerId="LiveId" clId="{782FB9CF-D64F-43F6-A298-43BEBB5EBB6F}" dt="2025-01-14T20:04:31.076" v="509" actId="1076"/>
          <ac:spMkLst>
            <pc:docMk/>
            <pc:sldMk cId="3681972653" sldId="272"/>
            <ac:spMk id="14" creationId="{A2D51D60-4FAA-2422-78EF-F33EAA6739F0}"/>
          </ac:spMkLst>
        </pc:spChg>
        <pc:spChg chg="add mod">
          <ac:chgData name="Nathan R" userId="b2ac1af611feb5aa" providerId="LiveId" clId="{782FB9CF-D64F-43F6-A298-43BEBB5EBB6F}" dt="2025-01-14T20:05:31.897" v="539" actId="1076"/>
          <ac:spMkLst>
            <pc:docMk/>
            <pc:sldMk cId="3681972653" sldId="272"/>
            <ac:spMk id="15" creationId="{DBF7A1E4-7DE9-6745-AFAD-9B3F79B710BA}"/>
          </ac:spMkLst>
        </pc:spChg>
        <pc:spChg chg="add mod">
          <ac:chgData name="Nathan R" userId="b2ac1af611feb5aa" providerId="LiveId" clId="{782FB9CF-D64F-43F6-A298-43BEBB5EBB6F}" dt="2025-01-14T20:05:34.142" v="540" actId="1076"/>
          <ac:spMkLst>
            <pc:docMk/>
            <pc:sldMk cId="3681972653" sldId="272"/>
            <ac:spMk id="18" creationId="{B9438B27-71BC-4D14-7D87-E4C4958D4A28}"/>
          </ac:spMkLst>
        </pc:spChg>
        <pc:spChg chg="add mod">
          <ac:chgData name="Nathan R" userId="b2ac1af611feb5aa" providerId="LiveId" clId="{782FB9CF-D64F-43F6-A298-43BEBB5EBB6F}" dt="2025-01-14T20:05:55.633" v="559" actId="1076"/>
          <ac:spMkLst>
            <pc:docMk/>
            <pc:sldMk cId="3681972653" sldId="272"/>
            <ac:spMk id="22" creationId="{E1E89510-4CCD-ABC5-A2E0-D72CB1D8DC17}"/>
          </ac:spMkLst>
        </pc:spChg>
        <pc:picChg chg="add del mod modCrop">
          <ac:chgData name="Nathan R" userId="b2ac1af611feb5aa" providerId="LiveId" clId="{782FB9CF-D64F-43F6-A298-43BEBB5EBB6F}" dt="2025-01-14T19:28:28.692" v="229" actId="478"/>
          <ac:picMkLst>
            <pc:docMk/>
            <pc:sldMk cId="3681972653" sldId="272"/>
            <ac:picMk id="2" creationId="{3E3CAB49-A119-763A-A5A9-E041033D63E6}"/>
          </ac:picMkLst>
        </pc:picChg>
        <pc:picChg chg="add mod">
          <ac:chgData name="Nathan R" userId="b2ac1af611feb5aa" providerId="LiveId" clId="{782FB9CF-D64F-43F6-A298-43BEBB5EBB6F}" dt="2025-01-15T08:26:25.377" v="1199" actId="1076"/>
          <ac:picMkLst>
            <pc:docMk/>
            <pc:sldMk cId="3681972653" sldId="272"/>
            <ac:picMk id="3" creationId="{F0CE2158-07C7-DBA6-467B-5653CA2A3BD4}"/>
          </ac:picMkLst>
        </pc:picChg>
        <pc:picChg chg="mod modCrop">
          <ac:chgData name="Nathan R" userId="b2ac1af611feb5aa" providerId="LiveId" clId="{782FB9CF-D64F-43F6-A298-43BEBB5EBB6F}" dt="2025-01-14T20:03:42.204" v="507" actId="1076"/>
          <ac:picMkLst>
            <pc:docMk/>
            <pc:sldMk cId="3681972653" sldId="272"/>
            <ac:picMk id="4" creationId="{70402B74-9712-7595-0AF3-EF0BB9C42F51}"/>
          </ac:picMkLst>
        </pc:picChg>
        <pc:picChg chg="add mod">
          <ac:chgData name="Nathan R" userId="b2ac1af611feb5aa" providerId="LiveId" clId="{782FB9CF-D64F-43F6-A298-43BEBB5EBB6F}" dt="2025-01-14T20:02:20.033" v="462" actId="1076"/>
          <ac:picMkLst>
            <pc:docMk/>
            <pc:sldMk cId="3681972653" sldId="272"/>
            <ac:picMk id="6" creationId="{64A9F616-256A-76A2-46E9-A6C80D92427D}"/>
          </ac:picMkLst>
        </pc:picChg>
        <pc:cxnChg chg="add mod">
          <ac:chgData name="Nathan R" userId="b2ac1af611feb5aa" providerId="LiveId" clId="{782FB9CF-D64F-43F6-A298-43BEBB5EBB6F}" dt="2025-01-14T20:04:56.605" v="529" actId="208"/>
          <ac:cxnSpMkLst>
            <pc:docMk/>
            <pc:sldMk cId="3681972653" sldId="272"/>
            <ac:cxnSpMk id="17" creationId="{F7D07764-8104-134B-BB9C-C3B815251329}"/>
          </ac:cxnSpMkLst>
        </pc:cxnChg>
        <pc:cxnChg chg="add mod">
          <ac:chgData name="Nathan R" userId="b2ac1af611feb5aa" providerId="LiveId" clId="{782FB9CF-D64F-43F6-A298-43BEBB5EBB6F}" dt="2025-01-14T20:05:29.499" v="537" actId="14100"/>
          <ac:cxnSpMkLst>
            <pc:docMk/>
            <pc:sldMk cId="3681972653" sldId="272"/>
            <ac:cxnSpMk id="19" creationId="{5D72BB90-C8B7-4EFF-E29D-AD6BCD308502}"/>
          </ac:cxnSpMkLst>
        </pc:cxnChg>
      </pc:sldChg>
      <pc:sldChg chg="addSp delSp modSp add mod modAnim">
        <pc:chgData name="Nathan R" userId="b2ac1af611feb5aa" providerId="LiveId" clId="{782FB9CF-D64F-43F6-A298-43BEBB5EBB6F}" dt="2025-01-15T08:26:01.498" v="1197" actId="20577"/>
        <pc:sldMkLst>
          <pc:docMk/>
          <pc:sldMk cId="492721995" sldId="273"/>
        </pc:sldMkLst>
        <pc:spChg chg="add mod">
          <ac:chgData name="Nathan R" userId="b2ac1af611feb5aa" providerId="LiveId" clId="{782FB9CF-D64F-43F6-A298-43BEBB5EBB6F}" dt="2025-01-14T20:01:32.240" v="437" actId="368"/>
          <ac:spMkLst>
            <pc:docMk/>
            <pc:sldMk cId="492721995" sldId="273"/>
            <ac:spMk id="8" creationId="{3D3C3349-A78D-112B-F492-D110E3F6F0AE}"/>
          </ac:spMkLst>
        </pc:spChg>
        <pc:spChg chg="add del mod">
          <ac:chgData name="Nathan R" userId="b2ac1af611feb5aa" providerId="LiveId" clId="{782FB9CF-D64F-43F6-A298-43BEBB5EBB6F}" dt="2025-01-14T20:00:25.127" v="429" actId="478"/>
          <ac:spMkLst>
            <pc:docMk/>
            <pc:sldMk cId="492721995" sldId="273"/>
            <ac:spMk id="20" creationId="{526F6874-2324-B412-8BA8-0DE7D659B4BF}"/>
          </ac:spMkLst>
        </pc:spChg>
        <pc:spChg chg="add mod">
          <ac:chgData name="Nathan R" userId="b2ac1af611feb5aa" providerId="LiveId" clId="{782FB9CF-D64F-43F6-A298-43BEBB5EBB6F}" dt="2025-01-15T08:26:01.498" v="1197" actId="20577"/>
          <ac:spMkLst>
            <pc:docMk/>
            <pc:sldMk cId="492721995" sldId="273"/>
            <ac:spMk id="21" creationId="{F2B3D433-4DDB-268B-EE07-71E9DDDB5160}"/>
          </ac:spMkLst>
        </pc:spChg>
        <pc:spChg chg="add mod">
          <ac:chgData name="Nathan R" userId="b2ac1af611feb5aa" providerId="LiveId" clId="{782FB9CF-D64F-43F6-A298-43BEBB5EBB6F}" dt="2025-01-15T08:24:49.912" v="1172" actId="1076"/>
          <ac:spMkLst>
            <pc:docMk/>
            <pc:sldMk cId="492721995" sldId="273"/>
            <ac:spMk id="25" creationId="{8EDB27A7-3F2F-E096-322C-93204C14CBD8}"/>
          </ac:spMkLst>
        </pc:spChg>
        <pc:picChg chg="add mod">
          <ac:chgData name="Nathan R" userId="b2ac1af611feb5aa" providerId="LiveId" clId="{782FB9CF-D64F-43F6-A298-43BEBB5EBB6F}" dt="2025-01-14T19:39:23.105" v="381" actId="14100"/>
          <ac:picMkLst>
            <pc:docMk/>
            <pc:sldMk cId="492721995" sldId="273"/>
            <ac:picMk id="3" creationId="{58FC285D-D99C-1AD3-59DA-47E9BFC74CF0}"/>
          </ac:picMkLst>
        </pc:picChg>
        <pc:picChg chg="mod modCrop">
          <ac:chgData name="Nathan R" userId="b2ac1af611feb5aa" providerId="LiveId" clId="{782FB9CF-D64F-43F6-A298-43BEBB5EBB6F}" dt="2025-01-14T19:39:15.732" v="378" actId="1076"/>
          <ac:picMkLst>
            <pc:docMk/>
            <pc:sldMk cId="492721995" sldId="273"/>
            <ac:picMk id="4" creationId="{F41A18E6-B2E0-499E-003D-27E41C94F545}"/>
          </ac:picMkLst>
        </pc:picChg>
        <pc:picChg chg="del mod">
          <ac:chgData name="Nathan R" userId="b2ac1af611feb5aa" providerId="LiveId" clId="{782FB9CF-D64F-43F6-A298-43BEBB5EBB6F}" dt="2025-01-14T19:32:58.137" v="255" actId="478"/>
          <ac:picMkLst>
            <pc:docMk/>
            <pc:sldMk cId="492721995" sldId="273"/>
            <ac:picMk id="6" creationId="{13C53385-A852-2A20-3B8D-CDBE0F8FEFDB}"/>
          </ac:picMkLst>
        </pc:picChg>
        <pc:picChg chg="add mod">
          <ac:chgData name="Nathan R" userId="b2ac1af611feb5aa" providerId="LiveId" clId="{782FB9CF-D64F-43F6-A298-43BEBB5EBB6F}" dt="2025-01-15T08:25:37.955" v="1185" actId="1076"/>
          <ac:picMkLst>
            <pc:docMk/>
            <pc:sldMk cId="492721995" sldId="273"/>
            <ac:picMk id="6" creationId="{DE4FB3FD-3E25-D832-DE90-D3045133B2D2}"/>
          </ac:picMkLst>
        </pc:picChg>
        <pc:cxnChg chg="add del mod">
          <ac:chgData name="Nathan R" userId="b2ac1af611feb5aa" providerId="LiveId" clId="{782FB9CF-D64F-43F6-A298-43BEBB5EBB6F}" dt="2025-01-14T19:59:20.349" v="411" actId="11529"/>
          <ac:cxnSpMkLst>
            <pc:docMk/>
            <pc:sldMk cId="492721995" sldId="273"/>
            <ac:cxnSpMk id="10" creationId="{F957CE82-66CC-F3DB-6C5B-48F66B856085}"/>
          </ac:cxnSpMkLst>
        </pc:cxnChg>
        <pc:cxnChg chg="add mod">
          <ac:chgData name="Nathan R" userId="b2ac1af611feb5aa" providerId="LiveId" clId="{782FB9CF-D64F-43F6-A298-43BEBB5EBB6F}" dt="2025-01-15T08:25:21.975" v="1179" actId="14100"/>
          <ac:cxnSpMkLst>
            <pc:docMk/>
            <pc:sldMk cId="492721995" sldId="273"/>
            <ac:cxnSpMk id="14" creationId="{2141392D-145D-EAEC-E3B5-8D907122C201}"/>
          </ac:cxnSpMkLst>
        </pc:cxnChg>
        <pc:cxnChg chg="add del mod">
          <ac:chgData name="Nathan R" userId="b2ac1af611feb5aa" providerId="LiveId" clId="{782FB9CF-D64F-43F6-A298-43BEBB5EBB6F}" dt="2025-01-14T19:59:44.526" v="418" actId="478"/>
          <ac:cxnSpMkLst>
            <pc:docMk/>
            <pc:sldMk cId="492721995" sldId="273"/>
            <ac:cxnSpMk id="16" creationId="{D3B80B28-7850-7A1C-F317-EC130ED0143D}"/>
          </ac:cxnSpMkLst>
        </pc:cxnChg>
        <pc:cxnChg chg="add mod">
          <ac:chgData name="Nathan R" userId="b2ac1af611feb5aa" providerId="LiveId" clId="{782FB9CF-D64F-43F6-A298-43BEBB5EBB6F}" dt="2025-01-15T08:25:41.548" v="1188" actId="14100"/>
          <ac:cxnSpMkLst>
            <pc:docMk/>
            <pc:sldMk cId="492721995" sldId="273"/>
            <ac:cxnSpMk id="17" creationId="{194C5D3F-C9C8-E8DD-6B4A-118C0F2AAAE1}"/>
          </ac:cxnSpMkLst>
        </pc:cxnChg>
        <pc:cxnChg chg="add mod">
          <ac:chgData name="Nathan R" userId="b2ac1af611feb5aa" providerId="LiveId" clId="{782FB9CF-D64F-43F6-A298-43BEBB5EBB6F}" dt="2025-01-15T08:25:08.070" v="1175" actId="14100"/>
          <ac:cxnSpMkLst>
            <pc:docMk/>
            <pc:sldMk cId="492721995" sldId="273"/>
            <ac:cxnSpMk id="22" creationId="{9D4574FF-CA74-FECE-2100-3C1237F9D15D}"/>
          </ac:cxnSpMkLst>
        </pc:cxnChg>
        <pc:cxnChg chg="add mod">
          <ac:chgData name="Nathan R" userId="b2ac1af611feb5aa" providerId="LiveId" clId="{782FB9CF-D64F-43F6-A298-43BEBB5EBB6F}" dt="2025-01-15T08:25:06.274" v="1174" actId="14100"/>
          <ac:cxnSpMkLst>
            <pc:docMk/>
            <pc:sldMk cId="492721995" sldId="273"/>
            <ac:cxnSpMk id="24" creationId="{2F15F525-0BDA-C026-2AFB-0B02A0511ED0}"/>
          </ac:cxnSpMkLst>
        </pc:cxnChg>
      </pc:sldChg>
      <pc:sldChg chg="addSp delSp modSp add mod delAnim modAnim">
        <pc:chgData name="Nathan R" userId="b2ac1af611feb5aa" providerId="LiveId" clId="{782FB9CF-D64F-43F6-A298-43BEBB5EBB6F}" dt="2025-01-14T19:38:29.430" v="372" actId="404"/>
        <pc:sldMkLst>
          <pc:docMk/>
          <pc:sldMk cId="2703246550" sldId="274"/>
        </pc:sldMkLst>
        <pc:spChg chg="add del mod">
          <ac:chgData name="Nathan R" userId="b2ac1af611feb5aa" providerId="LiveId" clId="{782FB9CF-D64F-43F6-A298-43BEBB5EBB6F}" dt="2025-01-14T19:37:20.293" v="334" actId="478"/>
          <ac:spMkLst>
            <pc:docMk/>
            <pc:sldMk cId="2703246550" sldId="274"/>
            <ac:spMk id="8" creationId="{F6E2456A-79EE-7B15-6BE8-705A743B09D2}"/>
          </ac:spMkLst>
        </pc:spChg>
        <pc:spChg chg="add del mod">
          <ac:chgData name="Nathan R" userId="b2ac1af611feb5aa" providerId="LiveId" clId="{782FB9CF-D64F-43F6-A298-43BEBB5EBB6F}" dt="2025-01-14T19:35:57.182" v="306" actId="478"/>
          <ac:spMkLst>
            <pc:docMk/>
            <pc:sldMk cId="2703246550" sldId="274"/>
            <ac:spMk id="9" creationId="{6F5E4FA1-BFCE-F7AE-41CB-80B512A8EA9E}"/>
          </ac:spMkLst>
        </pc:spChg>
        <pc:spChg chg="add del mod">
          <ac:chgData name="Nathan R" userId="b2ac1af611feb5aa" providerId="LiveId" clId="{782FB9CF-D64F-43F6-A298-43BEBB5EBB6F}" dt="2025-01-14T19:38:00.017" v="353" actId="478"/>
          <ac:spMkLst>
            <pc:docMk/>
            <pc:sldMk cId="2703246550" sldId="274"/>
            <ac:spMk id="10" creationId="{8E411ACE-397D-8866-2ED6-F927CF3FDF3C}"/>
          </ac:spMkLst>
        </pc:spChg>
        <pc:spChg chg="add del mod">
          <ac:chgData name="Nathan R" userId="b2ac1af611feb5aa" providerId="LiveId" clId="{782FB9CF-D64F-43F6-A298-43BEBB5EBB6F}" dt="2025-01-14T19:36:58.251" v="326" actId="478"/>
          <ac:spMkLst>
            <pc:docMk/>
            <pc:sldMk cId="2703246550" sldId="274"/>
            <ac:spMk id="14" creationId="{DB1C53C6-2547-F273-53E4-BBF805D91750}"/>
          </ac:spMkLst>
        </pc:spChg>
        <pc:spChg chg="add mod ord">
          <ac:chgData name="Nathan R" userId="b2ac1af611feb5aa" providerId="LiveId" clId="{782FB9CF-D64F-43F6-A298-43BEBB5EBB6F}" dt="2025-01-14T19:37:46.175" v="350" actId="404"/>
          <ac:spMkLst>
            <pc:docMk/>
            <pc:sldMk cId="2703246550" sldId="274"/>
            <ac:spMk id="15" creationId="{DC90E831-2717-D478-41F7-692F0F215A3D}"/>
          </ac:spMkLst>
        </pc:spChg>
        <pc:spChg chg="add mod">
          <ac:chgData name="Nathan R" userId="b2ac1af611feb5aa" providerId="LiveId" clId="{782FB9CF-D64F-43F6-A298-43BEBB5EBB6F}" dt="2025-01-14T19:38:08.171" v="358" actId="1076"/>
          <ac:spMkLst>
            <pc:docMk/>
            <pc:sldMk cId="2703246550" sldId="274"/>
            <ac:spMk id="16" creationId="{E581DB8E-03BC-9053-AD0C-BBF94BF4AB81}"/>
          </ac:spMkLst>
        </pc:spChg>
        <pc:spChg chg="add mod">
          <ac:chgData name="Nathan R" userId="b2ac1af611feb5aa" providerId="LiveId" clId="{782FB9CF-D64F-43F6-A298-43BEBB5EBB6F}" dt="2025-01-14T19:38:29.430" v="372" actId="404"/>
          <ac:spMkLst>
            <pc:docMk/>
            <pc:sldMk cId="2703246550" sldId="274"/>
            <ac:spMk id="17" creationId="{2EF2936E-6F6A-7E82-8FB3-F1FD97649DAF}"/>
          </ac:spMkLst>
        </pc:spChg>
        <pc:grpChg chg="mod">
          <ac:chgData name="Nathan R" userId="b2ac1af611feb5aa" providerId="LiveId" clId="{782FB9CF-D64F-43F6-A298-43BEBB5EBB6F}" dt="2025-01-14T19:36:24.177" v="317"/>
          <ac:grpSpMkLst>
            <pc:docMk/>
            <pc:sldMk cId="2703246550" sldId="274"/>
            <ac:grpSpMk id="13" creationId="{80BB4BED-C9B2-E119-58F5-3EF5E0F215C8}"/>
          </ac:grpSpMkLst>
        </pc:grpChg>
        <pc:picChg chg="del">
          <ac:chgData name="Nathan R" userId="b2ac1af611feb5aa" providerId="LiveId" clId="{782FB9CF-D64F-43F6-A298-43BEBB5EBB6F}" dt="2025-01-14T19:34:30.756" v="270" actId="478"/>
          <ac:picMkLst>
            <pc:docMk/>
            <pc:sldMk cId="2703246550" sldId="274"/>
            <ac:picMk id="3" creationId="{0E058F18-C7D8-A20B-D496-58BA2C4E1CDC}"/>
          </ac:picMkLst>
        </pc:picChg>
        <pc:picChg chg="mod modCrop">
          <ac:chgData name="Nathan R" userId="b2ac1af611feb5aa" providerId="LiveId" clId="{782FB9CF-D64F-43F6-A298-43BEBB5EBB6F}" dt="2025-01-14T19:34:48.842" v="277" actId="1076"/>
          <ac:picMkLst>
            <pc:docMk/>
            <pc:sldMk cId="2703246550" sldId="274"/>
            <ac:picMk id="4" creationId="{DC382037-1165-46D3-98D9-5FFE1764AC7B}"/>
          </ac:picMkLst>
        </pc:picChg>
        <pc:picChg chg="add mod">
          <ac:chgData name="Nathan R" userId="b2ac1af611feb5aa" providerId="LiveId" clId="{782FB9CF-D64F-43F6-A298-43BEBB5EBB6F}" dt="2025-01-14T19:35:10.152" v="280" actId="14100"/>
          <ac:picMkLst>
            <pc:docMk/>
            <pc:sldMk cId="2703246550" sldId="274"/>
            <ac:picMk id="6" creationId="{4E636A71-1CDC-217C-F9EB-46E89EE93699}"/>
          </ac:picMkLst>
        </pc:picChg>
        <pc:inkChg chg="add del mod">
          <ac:chgData name="Nathan R" userId="b2ac1af611feb5aa" providerId="LiveId" clId="{782FB9CF-D64F-43F6-A298-43BEBB5EBB6F}" dt="2025-01-14T19:36:24.362" v="318" actId="9405"/>
          <ac:inkMkLst>
            <pc:docMk/>
            <pc:sldMk cId="2703246550" sldId="274"/>
            <ac:inkMk id="11" creationId="{4ED1F0E5-DE1D-832E-3903-D5ED9AB3028E}"/>
          </ac:inkMkLst>
        </pc:inkChg>
        <pc:inkChg chg="add del mod">
          <ac:chgData name="Nathan R" userId="b2ac1af611feb5aa" providerId="LiveId" clId="{782FB9CF-D64F-43F6-A298-43BEBB5EBB6F}" dt="2025-01-14T19:36:24.177" v="317"/>
          <ac:inkMkLst>
            <pc:docMk/>
            <pc:sldMk cId="2703246550" sldId="274"/>
            <ac:inkMk id="12" creationId="{12EDC738-7305-FDCB-832F-72F3BB15E9BE}"/>
          </ac:inkMkLst>
        </pc:inkChg>
      </pc:sldChg>
      <pc:sldChg chg="addSp delSp modSp add mod delAnim">
        <pc:chgData name="Nathan R" userId="b2ac1af611feb5aa" providerId="LiveId" clId="{782FB9CF-D64F-43F6-A298-43BEBB5EBB6F}" dt="2025-01-15T08:30:08.467" v="1231"/>
        <pc:sldMkLst>
          <pc:docMk/>
          <pc:sldMk cId="976592216" sldId="275"/>
        </pc:sldMkLst>
        <pc:spChg chg="add mod">
          <ac:chgData name="Nathan R" userId="b2ac1af611feb5aa" providerId="LiveId" clId="{782FB9CF-D64F-43F6-A298-43BEBB5EBB6F}" dt="2025-01-14T20:12:37.688" v="717" actId="1076"/>
          <ac:spMkLst>
            <pc:docMk/>
            <pc:sldMk cId="976592216" sldId="275"/>
            <ac:spMk id="6" creationId="{C5E544D3-3EAD-E41D-4BFB-F113EF4E1C40}"/>
          </ac:spMkLst>
        </pc:spChg>
        <pc:spChg chg="del">
          <ac:chgData name="Nathan R" userId="b2ac1af611feb5aa" providerId="LiveId" clId="{782FB9CF-D64F-43F6-A298-43BEBB5EBB6F}" dt="2025-01-14T20:11:54.586" v="707" actId="478"/>
          <ac:spMkLst>
            <pc:docMk/>
            <pc:sldMk cId="976592216" sldId="275"/>
            <ac:spMk id="9" creationId="{1A06ABE1-3C52-D9F4-7B83-9B3998C64A0E}"/>
          </ac:spMkLst>
        </pc:spChg>
        <pc:spChg chg="del">
          <ac:chgData name="Nathan R" userId="b2ac1af611feb5aa" providerId="LiveId" clId="{782FB9CF-D64F-43F6-A298-43BEBB5EBB6F}" dt="2025-01-14T20:11:54.586" v="707" actId="478"/>
          <ac:spMkLst>
            <pc:docMk/>
            <pc:sldMk cId="976592216" sldId="275"/>
            <ac:spMk id="10" creationId="{9BDB3467-5AA0-21A1-794D-7BE11BBBCE94}"/>
          </ac:spMkLst>
        </pc:spChg>
        <pc:spChg chg="del">
          <ac:chgData name="Nathan R" userId="b2ac1af611feb5aa" providerId="LiveId" clId="{782FB9CF-D64F-43F6-A298-43BEBB5EBB6F}" dt="2025-01-14T20:11:54.586" v="707" actId="478"/>
          <ac:spMkLst>
            <pc:docMk/>
            <pc:sldMk cId="976592216" sldId="275"/>
            <ac:spMk id="11" creationId="{7DF5B8E3-E713-7937-8BDE-A5B47313CB0A}"/>
          </ac:spMkLst>
        </pc:spChg>
        <pc:spChg chg="del">
          <ac:chgData name="Nathan R" userId="b2ac1af611feb5aa" providerId="LiveId" clId="{782FB9CF-D64F-43F6-A298-43BEBB5EBB6F}" dt="2025-01-14T20:11:54.586" v="707" actId="478"/>
          <ac:spMkLst>
            <pc:docMk/>
            <pc:sldMk cId="976592216" sldId="275"/>
            <ac:spMk id="12" creationId="{AB4EAEAF-ABE8-638B-7168-D7120663A76C}"/>
          </ac:spMkLst>
        </pc:spChg>
        <pc:spChg chg="del">
          <ac:chgData name="Nathan R" userId="b2ac1af611feb5aa" providerId="LiveId" clId="{782FB9CF-D64F-43F6-A298-43BEBB5EBB6F}" dt="2025-01-14T20:11:56.655" v="708" actId="478"/>
          <ac:spMkLst>
            <pc:docMk/>
            <pc:sldMk cId="976592216" sldId="275"/>
            <ac:spMk id="13" creationId="{C0A0298A-A3D3-CDA9-D35B-B5DA9AC78D5E}"/>
          </ac:spMkLst>
        </pc:spChg>
        <pc:picChg chg="add mod">
          <ac:chgData name="Nathan R" userId="b2ac1af611feb5aa" providerId="LiveId" clId="{782FB9CF-D64F-43F6-A298-43BEBB5EBB6F}" dt="2025-01-14T20:12:27.488" v="715" actId="1076"/>
          <ac:picMkLst>
            <pc:docMk/>
            <pc:sldMk cId="976592216" sldId="275"/>
            <ac:picMk id="3" creationId="{B3E780DA-81AC-86E5-ECB8-CC0EAEE8137E}"/>
          </ac:picMkLst>
        </pc:picChg>
        <pc:picChg chg="mod modCrop">
          <ac:chgData name="Nathan R" userId="b2ac1af611feb5aa" providerId="LiveId" clId="{782FB9CF-D64F-43F6-A298-43BEBB5EBB6F}" dt="2025-01-14T20:12:04.319" v="711" actId="1076"/>
          <ac:picMkLst>
            <pc:docMk/>
            <pc:sldMk cId="976592216" sldId="275"/>
            <ac:picMk id="4" creationId="{98E38D26-A71D-E906-7A35-2D2EDB4EB133}"/>
          </ac:picMkLst>
        </pc:picChg>
        <pc:picChg chg="del">
          <ac:chgData name="Nathan R" userId="b2ac1af611feb5aa" providerId="LiveId" clId="{782FB9CF-D64F-43F6-A298-43BEBB5EBB6F}" dt="2025-01-14T20:11:35.994" v="702" actId="478"/>
          <ac:picMkLst>
            <pc:docMk/>
            <pc:sldMk cId="976592216" sldId="275"/>
            <ac:picMk id="8" creationId="{5A5FDBE6-595D-B56C-E94F-D28D62C6A123}"/>
          </ac:picMkLst>
        </pc:picChg>
        <pc:cxnChg chg="add mod">
          <ac:chgData name="Nathan R" userId="b2ac1af611feb5aa" providerId="LiveId" clId="{782FB9CF-D64F-43F6-A298-43BEBB5EBB6F}" dt="2025-01-15T08:30:08.467" v="1231"/>
          <ac:cxnSpMkLst>
            <pc:docMk/>
            <pc:sldMk cId="976592216" sldId="275"/>
            <ac:cxnSpMk id="2" creationId="{5B839E0A-74D8-77E4-D31C-89E66AC4ED54}"/>
          </ac:cxnSpMkLst>
        </pc:cxnChg>
        <pc:cxnChg chg="del">
          <ac:chgData name="Nathan R" userId="b2ac1af611feb5aa" providerId="LiveId" clId="{782FB9CF-D64F-43F6-A298-43BEBB5EBB6F}" dt="2025-01-14T20:11:54.586" v="707" actId="478"/>
          <ac:cxnSpMkLst>
            <pc:docMk/>
            <pc:sldMk cId="976592216" sldId="275"/>
            <ac:cxnSpMk id="15" creationId="{572EAA75-0126-D1A2-4113-D8FCEC95F364}"/>
          </ac:cxnSpMkLst>
        </pc:cxnChg>
        <pc:cxnChg chg="del">
          <ac:chgData name="Nathan R" userId="b2ac1af611feb5aa" providerId="LiveId" clId="{782FB9CF-D64F-43F6-A298-43BEBB5EBB6F}" dt="2025-01-14T20:11:56.655" v="708" actId="478"/>
          <ac:cxnSpMkLst>
            <pc:docMk/>
            <pc:sldMk cId="976592216" sldId="275"/>
            <ac:cxnSpMk id="18" creationId="{E40834A4-CAE6-0713-BD35-73D4DEB22503}"/>
          </ac:cxnSpMkLst>
        </pc:cxnChg>
        <pc:cxnChg chg="del">
          <ac:chgData name="Nathan R" userId="b2ac1af611feb5aa" providerId="LiveId" clId="{782FB9CF-D64F-43F6-A298-43BEBB5EBB6F}" dt="2025-01-14T20:11:56.655" v="708" actId="478"/>
          <ac:cxnSpMkLst>
            <pc:docMk/>
            <pc:sldMk cId="976592216" sldId="275"/>
            <ac:cxnSpMk id="20" creationId="{E8DDFEC8-1AF3-6607-FE9E-3D9E7206F021}"/>
          </ac:cxnSpMkLst>
        </pc:cxnChg>
        <pc:cxnChg chg="del mod">
          <ac:chgData name="Nathan R" userId="b2ac1af611feb5aa" providerId="LiveId" clId="{782FB9CF-D64F-43F6-A298-43BEBB5EBB6F}" dt="2025-01-14T20:11:56.655" v="708" actId="478"/>
          <ac:cxnSpMkLst>
            <pc:docMk/>
            <pc:sldMk cId="976592216" sldId="275"/>
            <ac:cxnSpMk id="25" creationId="{9099EC57-1453-100E-FE10-61A36F9FED0D}"/>
          </ac:cxnSpMkLst>
        </pc:cxnChg>
        <pc:cxnChg chg="del">
          <ac:chgData name="Nathan R" userId="b2ac1af611feb5aa" providerId="LiveId" clId="{782FB9CF-D64F-43F6-A298-43BEBB5EBB6F}" dt="2025-01-14T20:11:56.655" v="708" actId="478"/>
          <ac:cxnSpMkLst>
            <pc:docMk/>
            <pc:sldMk cId="976592216" sldId="275"/>
            <ac:cxnSpMk id="28" creationId="{3E12E1B9-7F69-6E7A-D7B3-AAFAB850EBF8}"/>
          </ac:cxnSpMkLst>
        </pc:cxnChg>
        <pc:cxnChg chg="del">
          <ac:chgData name="Nathan R" userId="b2ac1af611feb5aa" providerId="LiveId" clId="{782FB9CF-D64F-43F6-A298-43BEBB5EBB6F}" dt="2025-01-14T20:11:56.655" v="708" actId="478"/>
          <ac:cxnSpMkLst>
            <pc:docMk/>
            <pc:sldMk cId="976592216" sldId="275"/>
            <ac:cxnSpMk id="30" creationId="{DEDA4E5A-8C74-A262-D861-B5EE8CA404CD}"/>
          </ac:cxnSpMkLst>
        </pc:cxnChg>
        <pc:cxnChg chg="del">
          <ac:chgData name="Nathan R" userId="b2ac1af611feb5aa" providerId="LiveId" clId="{782FB9CF-D64F-43F6-A298-43BEBB5EBB6F}" dt="2025-01-14T20:11:56.655" v="708" actId="478"/>
          <ac:cxnSpMkLst>
            <pc:docMk/>
            <pc:sldMk cId="976592216" sldId="275"/>
            <ac:cxnSpMk id="32" creationId="{615497A3-743F-275A-BCD8-51BD200EEAD3}"/>
          </ac:cxnSpMkLst>
        </pc:cxnChg>
        <pc:cxnChg chg="del">
          <ac:chgData name="Nathan R" userId="b2ac1af611feb5aa" providerId="LiveId" clId="{782FB9CF-D64F-43F6-A298-43BEBB5EBB6F}" dt="2025-01-14T20:11:56.655" v="708" actId="478"/>
          <ac:cxnSpMkLst>
            <pc:docMk/>
            <pc:sldMk cId="976592216" sldId="275"/>
            <ac:cxnSpMk id="34" creationId="{AD817812-AF46-66CE-DD8B-E85038AFF7BC}"/>
          </ac:cxnSpMkLst>
        </pc:cxnChg>
      </pc:sldChg>
      <pc:sldChg chg="addSp delSp modSp add mod delAnim modAnim">
        <pc:chgData name="Nathan R" userId="b2ac1af611feb5aa" providerId="LiveId" clId="{782FB9CF-D64F-43F6-A298-43BEBB5EBB6F}" dt="2025-01-14T20:25:07.167" v="1153" actId="478"/>
        <pc:sldMkLst>
          <pc:docMk/>
          <pc:sldMk cId="1321059574" sldId="276"/>
        </pc:sldMkLst>
        <pc:spChg chg="add del mod">
          <ac:chgData name="Nathan R" userId="b2ac1af611feb5aa" providerId="LiveId" clId="{782FB9CF-D64F-43F6-A298-43BEBB5EBB6F}" dt="2025-01-14T20:25:07.167" v="1153" actId="478"/>
          <ac:spMkLst>
            <pc:docMk/>
            <pc:sldMk cId="1321059574" sldId="276"/>
            <ac:spMk id="3" creationId="{F15BC0CE-CB9C-73A5-5D0A-B9B51234BCB0}"/>
          </ac:spMkLst>
        </pc:spChg>
        <pc:spChg chg="mod">
          <ac:chgData name="Nathan R" userId="b2ac1af611feb5aa" providerId="LiveId" clId="{782FB9CF-D64F-43F6-A298-43BEBB5EBB6F}" dt="2025-01-14T20:14:09.593" v="742" actId="1076"/>
          <ac:spMkLst>
            <pc:docMk/>
            <pc:sldMk cId="1321059574" sldId="276"/>
            <ac:spMk id="7" creationId="{D25B00F4-F8CE-0177-6467-CAE7E4DB2931}"/>
          </ac:spMkLst>
        </pc:spChg>
        <pc:spChg chg="add mod">
          <ac:chgData name="Nathan R" userId="b2ac1af611feb5aa" providerId="LiveId" clId="{782FB9CF-D64F-43F6-A298-43BEBB5EBB6F}" dt="2025-01-14T20:21:20.639" v="841" actId="207"/>
          <ac:spMkLst>
            <pc:docMk/>
            <pc:sldMk cId="1321059574" sldId="276"/>
            <ac:spMk id="8" creationId="{9950E115-D9DD-1931-E953-A34E200728F6}"/>
          </ac:spMkLst>
        </pc:spChg>
        <pc:spChg chg="add mod">
          <ac:chgData name="Nathan R" userId="b2ac1af611feb5aa" providerId="LiveId" clId="{782FB9CF-D64F-43F6-A298-43BEBB5EBB6F}" dt="2025-01-14T20:21:34.663" v="844" actId="208"/>
          <ac:spMkLst>
            <pc:docMk/>
            <pc:sldMk cId="1321059574" sldId="276"/>
            <ac:spMk id="9" creationId="{314E24F1-0DB3-FCFF-A64E-7483166D0669}"/>
          </ac:spMkLst>
        </pc:spChg>
        <pc:spChg chg="add mod">
          <ac:chgData name="Nathan R" userId="b2ac1af611feb5aa" providerId="LiveId" clId="{782FB9CF-D64F-43F6-A298-43BEBB5EBB6F}" dt="2025-01-14T20:21:41.479" v="846" actId="1076"/>
          <ac:spMkLst>
            <pc:docMk/>
            <pc:sldMk cId="1321059574" sldId="276"/>
            <ac:spMk id="10" creationId="{25600351-EB1F-49B5-0528-D187275BADF7}"/>
          </ac:spMkLst>
        </pc:spChg>
        <pc:spChg chg="add mod">
          <ac:chgData name="Nathan R" userId="b2ac1af611feb5aa" providerId="LiveId" clId="{782FB9CF-D64F-43F6-A298-43BEBB5EBB6F}" dt="2025-01-14T20:21:50.984" v="850" actId="14100"/>
          <ac:spMkLst>
            <pc:docMk/>
            <pc:sldMk cId="1321059574" sldId="276"/>
            <ac:spMk id="11" creationId="{709805A5-1369-E020-1D17-2FAA31C1D5E7}"/>
          </ac:spMkLst>
        </pc:spChg>
        <pc:spChg chg="add mod">
          <ac:chgData name="Nathan R" userId="b2ac1af611feb5aa" providerId="LiveId" clId="{782FB9CF-D64F-43F6-A298-43BEBB5EBB6F}" dt="2025-01-14T20:23:04.599" v="966" actId="207"/>
          <ac:spMkLst>
            <pc:docMk/>
            <pc:sldMk cId="1321059574" sldId="276"/>
            <ac:spMk id="12" creationId="{295435F9-9D70-5EB1-87C3-CC7595DCDDA8}"/>
          </ac:spMkLst>
        </pc:spChg>
        <pc:spChg chg="add mod">
          <ac:chgData name="Nathan R" userId="b2ac1af611feb5aa" providerId="LiveId" clId="{782FB9CF-D64F-43F6-A298-43BEBB5EBB6F}" dt="2025-01-14T20:23:23.977" v="972" actId="208"/>
          <ac:spMkLst>
            <pc:docMk/>
            <pc:sldMk cId="1321059574" sldId="276"/>
            <ac:spMk id="13" creationId="{40D79A70-468D-253A-BA29-0B9D542A2A36}"/>
          </ac:spMkLst>
        </pc:spChg>
        <pc:spChg chg="add mod">
          <ac:chgData name="Nathan R" userId="b2ac1af611feb5aa" providerId="LiveId" clId="{782FB9CF-D64F-43F6-A298-43BEBB5EBB6F}" dt="2025-01-14T20:24:44.752" v="1147" actId="207"/>
          <ac:spMkLst>
            <pc:docMk/>
            <pc:sldMk cId="1321059574" sldId="276"/>
            <ac:spMk id="14" creationId="{24769ADC-BADA-8963-A234-6FCAE9B37704}"/>
          </ac:spMkLst>
        </pc:spChg>
        <pc:spChg chg="del">
          <ac:chgData name="Nathan R" userId="b2ac1af611feb5aa" providerId="LiveId" clId="{782FB9CF-D64F-43F6-A298-43BEBB5EBB6F}" dt="2025-01-14T20:13:56.042" v="719" actId="478"/>
          <ac:spMkLst>
            <pc:docMk/>
            <pc:sldMk cId="1321059574" sldId="276"/>
            <ac:spMk id="15" creationId="{6E90FC97-4702-7344-931B-F92038EFC2EC}"/>
          </ac:spMkLst>
        </pc:spChg>
        <pc:spChg chg="del">
          <ac:chgData name="Nathan R" userId="b2ac1af611feb5aa" providerId="LiveId" clId="{782FB9CF-D64F-43F6-A298-43BEBB5EBB6F}" dt="2025-01-14T20:13:56.042" v="719" actId="478"/>
          <ac:spMkLst>
            <pc:docMk/>
            <pc:sldMk cId="1321059574" sldId="276"/>
            <ac:spMk id="16" creationId="{D63B9A11-2D77-B767-9DC7-7300DB4A3AA6}"/>
          </ac:spMkLst>
        </pc:spChg>
        <pc:spChg chg="del">
          <ac:chgData name="Nathan R" userId="b2ac1af611feb5aa" providerId="LiveId" clId="{782FB9CF-D64F-43F6-A298-43BEBB5EBB6F}" dt="2025-01-14T20:13:56.042" v="719" actId="478"/>
          <ac:spMkLst>
            <pc:docMk/>
            <pc:sldMk cId="1321059574" sldId="276"/>
            <ac:spMk id="17" creationId="{15F747C8-84CC-0F5C-F20A-A049112955A2}"/>
          </ac:spMkLst>
        </pc:spChg>
        <pc:spChg chg="add mod">
          <ac:chgData name="Nathan R" userId="b2ac1af611feb5aa" providerId="LiveId" clId="{782FB9CF-D64F-43F6-A298-43BEBB5EBB6F}" dt="2025-01-14T20:24:58.797" v="1151" actId="208"/>
          <ac:spMkLst>
            <pc:docMk/>
            <pc:sldMk cId="1321059574" sldId="276"/>
            <ac:spMk id="18" creationId="{8AC1A58F-886F-A8CC-5775-92EE9D65D55A}"/>
          </ac:spMkLst>
        </pc:spChg>
        <pc:picChg chg="add mod">
          <ac:chgData name="Nathan R" userId="b2ac1af611feb5aa" providerId="LiveId" clId="{782FB9CF-D64F-43F6-A298-43BEBB5EBB6F}" dt="2025-01-14T20:14:21.412" v="745" actId="1076"/>
          <ac:picMkLst>
            <pc:docMk/>
            <pc:sldMk cId="1321059574" sldId="276"/>
            <ac:picMk id="2" creationId="{F83F60CD-8A0A-EDC8-CB5E-55CACDB96558}"/>
          </ac:picMkLst>
        </pc:picChg>
        <pc:picChg chg="del">
          <ac:chgData name="Nathan R" userId="b2ac1af611feb5aa" providerId="LiveId" clId="{782FB9CF-D64F-43F6-A298-43BEBB5EBB6F}" dt="2025-01-14T20:13:56.042" v="719" actId="478"/>
          <ac:picMkLst>
            <pc:docMk/>
            <pc:sldMk cId="1321059574" sldId="276"/>
            <ac:picMk id="4" creationId="{D0C714FF-EA93-BA61-0BC6-9B223B312050}"/>
          </ac:picMkLst>
        </pc:picChg>
        <pc:picChg chg="del">
          <ac:chgData name="Nathan R" userId="b2ac1af611feb5aa" providerId="LiveId" clId="{782FB9CF-D64F-43F6-A298-43BEBB5EBB6F}" dt="2025-01-14T20:13:56.042" v="719" actId="478"/>
          <ac:picMkLst>
            <pc:docMk/>
            <pc:sldMk cId="1321059574" sldId="276"/>
            <ac:picMk id="6" creationId="{303C4A2F-0578-F7A4-E3CD-FEBE29B96862}"/>
          </ac:picMkLst>
        </pc:picChg>
      </pc:sldChg>
    </pc:docChg>
  </pc:docChgLst>
  <pc:docChgLst>
    <pc:chgData name="Nathan R" userId="b2ac1af611feb5aa" providerId="LiveId" clId="{EBE0A97A-D858-4EBA-8DB2-2830C047F4A2}"/>
    <pc:docChg chg="undo custSel addSld delSld modSld sldOrd">
      <pc:chgData name="Nathan R" userId="b2ac1af611feb5aa" providerId="LiveId" clId="{EBE0A97A-D858-4EBA-8DB2-2830C047F4A2}" dt="2025-01-14T10:10:32.959" v="1827" actId="1076"/>
      <pc:docMkLst>
        <pc:docMk/>
      </pc:docMkLst>
      <pc:sldChg chg="modSp mod">
        <pc:chgData name="Nathan R" userId="b2ac1af611feb5aa" providerId="LiveId" clId="{EBE0A97A-D858-4EBA-8DB2-2830C047F4A2}" dt="2025-01-13T11:58:06.476" v="0" actId="1038"/>
        <pc:sldMkLst>
          <pc:docMk/>
          <pc:sldMk cId="2373617164" sldId="256"/>
        </pc:sldMkLst>
      </pc:sldChg>
      <pc:sldChg chg="modSp mod">
        <pc:chgData name="Nathan R" userId="b2ac1af611feb5aa" providerId="LiveId" clId="{EBE0A97A-D858-4EBA-8DB2-2830C047F4A2}" dt="2025-01-14T10:10:32.959" v="1827" actId="1076"/>
        <pc:sldMkLst>
          <pc:docMk/>
          <pc:sldMk cId="3443846206" sldId="258"/>
        </pc:sldMkLst>
        <pc:spChg chg="mod">
          <ac:chgData name="Nathan R" userId="b2ac1af611feb5aa" providerId="LiveId" clId="{EBE0A97A-D858-4EBA-8DB2-2830C047F4A2}" dt="2025-01-14T10:10:32.959" v="1827" actId="1076"/>
          <ac:spMkLst>
            <pc:docMk/>
            <pc:sldMk cId="3443846206" sldId="258"/>
            <ac:spMk id="8" creationId="{F59A6B63-FC58-5318-0D37-BE87044C414D}"/>
          </ac:spMkLst>
        </pc:spChg>
      </pc:sldChg>
      <pc:sldChg chg="add del">
        <pc:chgData name="Nathan R" userId="b2ac1af611feb5aa" providerId="LiveId" clId="{EBE0A97A-D858-4EBA-8DB2-2830C047F4A2}" dt="2025-01-13T12:24:53.471" v="2" actId="47"/>
        <pc:sldMkLst>
          <pc:docMk/>
          <pc:sldMk cId="441818437" sldId="260"/>
        </pc:sldMkLst>
      </pc:sldChg>
      <pc:sldChg chg="addSp delSp modSp add mod delAnim modAnim">
        <pc:chgData name="Nathan R" userId="b2ac1af611feb5aa" providerId="LiveId" clId="{EBE0A97A-D858-4EBA-8DB2-2830C047F4A2}" dt="2025-01-14T08:46:14.748" v="1723" actId="478"/>
        <pc:sldMkLst>
          <pc:docMk/>
          <pc:sldMk cId="3284458985" sldId="260"/>
        </pc:sldMkLst>
        <pc:spChg chg="add del mod">
          <ac:chgData name="Nathan R" userId="b2ac1af611feb5aa" providerId="LiveId" clId="{EBE0A97A-D858-4EBA-8DB2-2830C047F4A2}" dt="2025-01-14T08:46:14.748" v="1723" actId="478"/>
          <ac:spMkLst>
            <pc:docMk/>
            <pc:sldMk cId="3284458985" sldId="260"/>
            <ac:spMk id="8" creationId="{24301A9A-27AC-F339-09CA-39063DC7DAC8}"/>
          </ac:spMkLst>
        </pc:spChg>
        <pc:spChg chg="add del mod">
          <ac:chgData name="Nathan R" userId="b2ac1af611feb5aa" providerId="LiveId" clId="{EBE0A97A-D858-4EBA-8DB2-2830C047F4A2}" dt="2025-01-14T08:16:17.003" v="697" actId="478"/>
          <ac:spMkLst>
            <pc:docMk/>
            <pc:sldMk cId="3284458985" sldId="260"/>
            <ac:spMk id="11" creationId="{48FA4E1B-3815-F528-D9A2-624B0C18B1FD}"/>
          </ac:spMkLst>
        </pc:spChg>
        <pc:spChg chg="add del mod">
          <ac:chgData name="Nathan R" userId="b2ac1af611feb5aa" providerId="LiveId" clId="{EBE0A97A-D858-4EBA-8DB2-2830C047F4A2}" dt="2025-01-14T08:16:17.003" v="697" actId="478"/>
          <ac:spMkLst>
            <pc:docMk/>
            <pc:sldMk cId="3284458985" sldId="260"/>
            <ac:spMk id="12" creationId="{1BF93CBF-D658-1689-5768-1AEBD78F0303}"/>
          </ac:spMkLst>
        </pc:spChg>
        <pc:spChg chg="add del mod">
          <ac:chgData name="Nathan R" userId="b2ac1af611feb5aa" providerId="LiveId" clId="{EBE0A97A-D858-4EBA-8DB2-2830C047F4A2}" dt="2025-01-14T08:16:19.640" v="698" actId="478"/>
          <ac:spMkLst>
            <pc:docMk/>
            <pc:sldMk cId="3284458985" sldId="260"/>
            <ac:spMk id="13" creationId="{8BEDD165-DF8E-910C-4FE6-286EA42B646D}"/>
          </ac:spMkLst>
        </pc:spChg>
        <pc:spChg chg="add del mod">
          <ac:chgData name="Nathan R" userId="b2ac1af611feb5aa" providerId="LiveId" clId="{EBE0A97A-D858-4EBA-8DB2-2830C047F4A2}" dt="2025-01-14T08:16:17.003" v="697" actId="478"/>
          <ac:spMkLst>
            <pc:docMk/>
            <pc:sldMk cId="3284458985" sldId="260"/>
            <ac:spMk id="14" creationId="{DF3848CA-630F-064D-E2E7-BDD22EDDA13E}"/>
          </ac:spMkLst>
        </pc:spChg>
        <pc:spChg chg="add mod ord">
          <ac:chgData name="Nathan R" userId="b2ac1af611feb5aa" providerId="LiveId" clId="{EBE0A97A-D858-4EBA-8DB2-2830C047F4A2}" dt="2025-01-14T08:16:51.294" v="710" actId="14100"/>
          <ac:spMkLst>
            <pc:docMk/>
            <pc:sldMk cId="3284458985" sldId="260"/>
            <ac:spMk id="15" creationId="{1BE1B9B4-DD5E-1E8D-829C-0E08B822E053}"/>
          </ac:spMkLst>
        </pc:spChg>
        <pc:spChg chg="add mod">
          <ac:chgData name="Nathan R" userId="b2ac1af611feb5aa" providerId="LiveId" clId="{EBE0A97A-D858-4EBA-8DB2-2830C047F4A2}" dt="2025-01-14T08:15:25.889" v="694" actId="1076"/>
          <ac:spMkLst>
            <pc:docMk/>
            <pc:sldMk cId="3284458985" sldId="260"/>
            <ac:spMk id="16" creationId="{A57D6FB0-42A9-791C-5BC6-8DD6EDA0B108}"/>
          </ac:spMkLst>
        </pc:spChg>
        <pc:picChg chg="add mod">
          <ac:chgData name="Nathan R" userId="b2ac1af611feb5aa" providerId="LiveId" clId="{EBE0A97A-D858-4EBA-8DB2-2830C047F4A2}" dt="2025-01-14T08:16:26.506" v="701" actId="14100"/>
          <ac:picMkLst>
            <pc:docMk/>
            <pc:sldMk cId="3284458985" sldId="260"/>
            <ac:picMk id="3" creationId="{F2CFDE96-32A9-EA1F-A37E-3C06D381228B}"/>
          </ac:picMkLst>
        </pc:picChg>
        <pc:picChg chg="add del mod">
          <ac:chgData name="Nathan R" userId="b2ac1af611feb5aa" providerId="LiveId" clId="{EBE0A97A-D858-4EBA-8DB2-2830C047F4A2}" dt="2025-01-14T08:16:37.524" v="704" actId="478"/>
          <ac:picMkLst>
            <pc:docMk/>
            <pc:sldMk cId="3284458985" sldId="260"/>
            <ac:picMk id="4" creationId="{C3D4F4CC-F920-07CA-DAC4-F4039811C635}"/>
          </ac:picMkLst>
        </pc:picChg>
        <pc:picChg chg="add mod">
          <ac:chgData name="Nathan R" userId="b2ac1af611feb5aa" providerId="LiveId" clId="{EBE0A97A-D858-4EBA-8DB2-2830C047F4A2}" dt="2025-01-14T08:16:44.366" v="708" actId="1076"/>
          <ac:picMkLst>
            <pc:docMk/>
            <pc:sldMk cId="3284458985" sldId="260"/>
            <ac:picMk id="6" creationId="{FDEAD638-7829-ECA3-3DCD-731AFF2B7BE3}"/>
          </ac:picMkLst>
        </pc:picChg>
        <pc:picChg chg="add del mod">
          <ac:chgData name="Nathan R" userId="b2ac1af611feb5aa" providerId="LiveId" clId="{EBE0A97A-D858-4EBA-8DB2-2830C047F4A2}" dt="2025-01-14T08:16:17.003" v="697" actId="478"/>
          <ac:picMkLst>
            <pc:docMk/>
            <pc:sldMk cId="3284458985" sldId="260"/>
            <ac:picMk id="9" creationId="{6F6328E9-0DDB-BD81-90E1-5AE7A4FF52A6}"/>
          </ac:picMkLst>
        </pc:picChg>
      </pc:sldChg>
      <pc:sldChg chg="addSp delSp modSp add mod delAnim modAnim">
        <pc:chgData name="Nathan R" userId="b2ac1af611feb5aa" providerId="LiveId" clId="{EBE0A97A-D858-4EBA-8DB2-2830C047F4A2}" dt="2025-01-14T08:20:15.615" v="862" actId="1076"/>
        <pc:sldMkLst>
          <pc:docMk/>
          <pc:sldMk cId="311149007" sldId="261"/>
        </pc:sldMkLst>
        <pc:spChg chg="add mod">
          <ac:chgData name="Nathan R" userId="b2ac1af611feb5aa" providerId="LiveId" clId="{EBE0A97A-D858-4EBA-8DB2-2830C047F4A2}" dt="2025-01-14T08:20:10.126" v="859" actId="1076"/>
          <ac:spMkLst>
            <pc:docMk/>
            <pc:sldMk cId="311149007" sldId="261"/>
            <ac:spMk id="6" creationId="{FCE4B399-7B2F-D602-E47E-0713AF9ED8B9}"/>
          </ac:spMkLst>
        </pc:spChg>
        <pc:spChg chg="mod ord">
          <ac:chgData name="Nathan R" userId="b2ac1af611feb5aa" providerId="LiveId" clId="{EBE0A97A-D858-4EBA-8DB2-2830C047F4A2}" dt="2025-01-14T08:20:03.200" v="858" actId="14100"/>
          <ac:spMkLst>
            <pc:docMk/>
            <pc:sldMk cId="311149007" sldId="261"/>
            <ac:spMk id="15" creationId="{9C5964DC-C328-6B11-A3D5-2A362E4A3147}"/>
          </ac:spMkLst>
        </pc:spChg>
        <pc:picChg chg="add del mod">
          <ac:chgData name="Nathan R" userId="b2ac1af611feb5aa" providerId="LiveId" clId="{EBE0A97A-D858-4EBA-8DB2-2830C047F4A2}" dt="2025-01-14T08:19:50.143" v="853" actId="478"/>
          <ac:picMkLst>
            <pc:docMk/>
            <pc:sldMk cId="311149007" sldId="261"/>
            <ac:picMk id="2" creationId="{E6814106-C7FB-9A8D-2B6A-60C5A487C3B2}"/>
          </ac:picMkLst>
        </pc:picChg>
        <pc:picChg chg="add mod">
          <ac:chgData name="Nathan R" userId="b2ac1af611feb5aa" providerId="LiveId" clId="{EBE0A97A-D858-4EBA-8DB2-2830C047F4A2}" dt="2025-01-14T08:20:15.615" v="862" actId="1076"/>
          <ac:picMkLst>
            <pc:docMk/>
            <pc:sldMk cId="311149007" sldId="261"/>
            <ac:picMk id="3" creationId="{B3EAC3EB-264E-3DC8-941B-ACD94CF99BB2}"/>
          </ac:picMkLst>
        </pc:picChg>
        <pc:picChg chg="del mod">
          <ac:chgData name="Nathan R" userId="b2ac1af611feb5aa" providerId="LiveId" clId="{EBE0A97A-D858-4EBA-8DB2-2830C047F4A2}" dt="2025-01-14T08:18:27.542" v="834" actId="478"/>
          <ac:picMkLst>
            <pc:docMk/>
            <pc:sldMk cId="311149007" sldId="261"/>
            <ac:picMk id="4" creationId="{51990068-F5B5-BF23-0A70-6193F76BA822}"/>
          </ac:picMkLst>
        </pc:picChg>
        <pc:picChg chg="add mod">
          <ac:chgData name="Nathan R" userId="b2ac1af611feb5aa" providerId="LiveId" clId="{EBE0A97A-D858-4EBA-8DB2-2830C047F4A2}" dt="2025-01-14T08:19:47.594" v="852"/>
          <ac:picMkLst>
            <pc:docMk/>
            <pc:sldMk cId="311149007" sldId="261"/>
            <ac:picMk id="8" creationId="{06CC567A-3F4B-D447-90BF-068BEA0123EF}"/>
          </ac:picMkLst>
        </pc:picChg>
      </pc:sldChg>
      <pc:sldChg chg="addSp delSp modSp add mod modAnim">
        <pc:chgData name="Nathan R" userId="b2ac1af611feb5aa" providerId="LiveId" clId="{EBE0A97A-D858-4EBA-8DB2-2830C047F4A2}" dt="2025-01-14T08:24:45.327" v="930"/>
        <pc:sldMkLst>
          <pc:docMk/>
          <pc:sldMk cId="1308555846" sldId="262"/>
        </pc:sldMkLst>
        <pc:spChg chg="mod ord">
          <ac:chgData name="Nathan R" userId="b2ac1af611feb5aa" providerId="LiveId" clId="{EBE0A97A-D858-4EBA-8DB2-2830C047F4A2}" dt="2025-01-14T08:20:28.288" v="866" actId="14100"/>
          <ac:spMkLst>
            <pc:docMk/>
            <pc:sldMk cId="1308555846" sldId="262"/>
            <ac:spMk id="15" creationId="{E640D666-D1D2-BAF0-2913-04B5754A1CFD}"/>
          </ac:spMkLst>
        </pc:spChg>
        <pc:picChg chg="add del mod">
          <ac:chgData name="Nathan R" userId="b2ac1af611feb5aa" providerId="LiveId" clId="{EBE0A97A-D858-4EBA-8DB2-2830C047F4A2}" dt="2025-01-14T08:20:21.808" v="864" actId="478"/>
          <ac:picMkLst>
            <pc:docMk/>
            <pc:sldMk cId="1308555846" sldId="262"/>
            <ac:picMk id="2" creationId="{B0CA31E1-175A-D32B-80FC-493971D7BF17}"/>
          </ac:picMkLst>
        </pc:picChg>
        <pc:picChg chg="add mod ord">
          <ac:chgData name="Nathan R" userId="b2ac1af611feb5aa" providerId="LiveId" clId="{EBE0A97A-D858-4EBA-8DB2-2830C047F4A2}" dt="2025-01-14T08:20:24.521" v="865" actId="167"/>
          <ac:picMkLst>
            <pc:docMk/>
            <pc:sldMk cId="1308555846" sldId="262"/>
            <ac:picMk id="3" creationId="{45495DD4-9D5A-BC6C-3F5F-809A112FC311}"/>
          </ac:picMkLst>
        </pc:picChg>
        <pc:picChg chg="del">
          <ac:chgData name="Nathan R" userId="b2ac1af611feb5aa" providerId="LiveId" clId="{EBE0A97A-D858-4EBA-8DB2-2830C047F4A2}" dt="2025-01-14T08:19:14.254" v="845" actId="478"/>
          <ac:picMkLst>
            <pc:docMk/>
            <pc:sldMk cId="1308555846" sldId="262"/>
            <ac:picMk id="4" creationId="{910B7369-E513-2D0B-8866-F557B7270136}"/>
          </ac:picMkLst>
        </pc:picChg>
      </pc:sldChg>
      <pc:sldChg chg="new del">
        <pc:chgData name="Nathan R" userId="b2ac1af611feb5aa" providerId="LiveId" clId="{EBE0A97A-D858-4EBA-8DB2-2830C047F4A2}" dt="2025-01-13T12:48:38.202" v="120" actId="47"/>
        <pc:sldMkLst>
          <pc:docMk/>
          <pc:sldMk cId="2718025318" sldId="262"/>
        </pc:sldMkLst>
      </pc:sldChg>
      <pc:sldChg chg="addSp delSp modSp add mod modAnim">
        <pc:chgData name="Nathan R" userId="b2ac1af611feb5aa" providerId="LiveId" clId="{EBE0A97A-D858-4EBA-8DB2-2830C047F4A2}" dt="2025-01-14T08:24:52.910" v="931"/>
        <pc:sldMkLst>
          <pc:docMk/>
          <pc:sldMk cId="360100198" sldId="263"/>
        </pc:sldMkLst>
        <pc:spChg chg="mod ord">
          <ac:chgData name="Nathan R" userId="b2ac1af611feb5aa" providerId="LiveId" clId="{EBE0A97A-D858-4EBA-8DB2-2830C047F4A2}" dt="2025-01-14T08:20:42.288" v="871" actId="14100"/>
          <ac:spMkLst>
            <pc:docMk/>
            <pc:sldMk cId="360100198" sldId="263"/>
            <ac:spMk id="15" creationId="{290E2BD7-B158-2B09-2791-F029DFD85BD2}"/>
          </ac:spMkLst>
        </pc:spChg>
        <pc:picChg chg="add del mod">
          <ac:chgData name="Nathan R" userId="b2ac1af611feb5aa" providerId="LiveId" clId="{EBE0A97A-D858-4EBA-8DB2-2830C047F4A2}" dt="2025-01-14T08:20:33.973" v="868" actId="478"/>
          <ac:picMkLst>
            <pc:docMk/>
            <pc:sldMk cId="360100198" sldId="263"/>
            <ac:picMk id="2" creationId="{C6CDD5A7-E784-C42C-8693-04944E140EDF}"/>
          </ac:picMkLst>
        </pc:picChg>
        <pc:picChg chg="del">
          <ac:chgData name="Nathan R" userId="b2ac1af611feb5aa" providerId="LiveId" clId="{EBE0A97A-D858-4EBA-8DB2-2830C047F4A2}" dt="2025-01-14T08:10:17.431" v="613" actId="478"/>
          <ac:picMkLst>
            <pc:docMk/>
            <pc:sldMk cId="360100198" sldId="263"/>
            <ac:picMk id="4" creationId="{DD09D31F-2DEB-F40F-F10F-9ECEFE2635B4}"/>
          </ac:picMkLst>
        </pc:picChg>
        <pc:picChg chg="add mod">
          <ac:chgData name="Nathan R" userId="b2ac1af611feb5aa" providerId="LiveId" clId="{EBE0A97A-D858-4EBA-8DB2-2830C047F4A2}" dt="2025-01-14T08:11:04.441" v="623" actId="1076"/>
          <ac:picMkLst>
            <pc:docMk/>
            <pc:sldMk cId="360100198" sldId="263"/>
            <ac:picMk id="9" creationId="{F5437721-74AF-1D1F-59FD-2D60E54C061D}"/>
          </ac:picMkLst>
        </pc:picChg>
        <pc:picChg chg="add mod ord">
          <ac:chgData name="Nathan R" userId="b2ac1af611feb5aa" providerId="LiveId" clId="{EBE0A97A-D858-4EBA-8DB2-2830C047F4A2}" dt="2025-01-14T08:20:36.281" v="869" actId="167"/>
          <ac:picMkLst>
            <pc:docMk/>
            <pc:sldMk cId="360100198" sldId="263"/>
            <ac:picMk id="10" creationId="{D0384DED-5B3E-317C-1665-7EFEB0FD119A}"/>
          </ac:picMkLst>
        </pc:picChg>
      </pc:sldChg>
      <pc:sldChg chg="addSp delSp modSp add mod delAnim modAnim">
        <pc:chgData name="Nathan R" userId="b2ac1af611feb5aa" providerId="LiveId" clId="{EBE0A97A-D858-4EBA-8DB2-2830C047F4A2}" dt="2025-01-14T08:25:21.054" v="935"/>
        <pc:sldMkLst>
          <pc:docMk/>
          <pc:sldMk cId="2413716132" sldId="264"/>
        </pc:sldMkLst>
        <pc:spChg chg="add mod">
          <ac:chgData name="Nathan R" userId="b2ac1af611feb5aa" providerId="LiveId" clId="{EBE0A97A-D858-4EBA-8DB2-2830C047F4A2}" dt="2025-01-14T08:11:48.385" v="632" actId="1076"/>
          <ac:spMkLst>
            <pc:docMk/>
            <pc:sldMk cId="2413716132" sldId="264"/>
            <ac:spMk id="8" creationId="{AB3FD704-2C57-CD8B-6003-6A436E6907FD}"/>
          </ac:spMkLst>
        </pc:spChg>
        <pc:spChg chg="add del mod">
          <ac:chgData name="Nathan R" userId="b2ac1af611feb5aa" providerId="LiveId" clId="{EBE0A97A-D858-4EBA-8DB2-2830C047F4A2}" dt="2025-01-14T08:11:24.061" v="626" actId="478"/>
          <ac:spMkLst>
            <pc:docMk/>
            <pc:sldMk cId="2413716132" sldId="264"/>
            <ac:spMk id="9" creationId="{8FB87115-AF18-EDC0-426B-944785399D91}"/>
          </ac:spMkLst>
        </pc:spChg>
        <pc:spChg chg="add del">
          <ac:chgData name="Nathan R" userId="b2ac1af611feb5aa" providerId="LiveId" clId="{EBE0A97A-D858-4EBA-8DB2-2830C047F4A2}" dt="2025-01-14T08:11:31.600" v="628" actId="478"/>
          <ac:spMkLst>
            <pc:docMk/>
            <pc:sldMk cId="2413716132" sldId="264"/>
            <ac:spMk id="10" creationId="{40AEFFED-5867-2363-905F-10DABD2C8C5C}"/>
          </ac:spMkLst>
        </pc:spChg>
        <pc:spChg chg="mod">
          <ac:chgData name="Nathan R" userId="b2ac1af611feb5aa" providerId="LiveId" clId="{EBE0A97A-D858-4EBA-8DB2-2830C047F4A2}" dt="2025-01-14T08:21:05.687" v="880" actId="1076"/>
          <ac:spMkLst>
            <pc:docMk/>
            <pc:sldMk cId="2413716132" sldId="264"/>
            <ac:spMk id="15" creationId="{87A893B5-937D-6658-7421-A685BB70498D}"/>
          </ac:spMkLst>
        </pc:spChg>
        <pc:picChg chg="add del mod">
          <ac:chgData name="Nathan R" userId="b2ac1af611feb5aa" providerId="LiveId" clId="{EBE0A97A-D858-4EBA-8DB2-2830C047F4A2}" dt="2025-01-14T08:08:29.807" v="597" actId="21"/>
          <ac:picMkLst>
            <pc:docMk/>
            <pc:sldMk cId="2413716132" sldId="264"/>
            <ac:picMk id="3" creationId="{75D4C17F-099D-4E7F-EAA6-0C17DCF07E0F}"/>
          </ac:picMkLst>
        </pc:picChg>
        <pc:picChg chg="del mod">
          <ac:chgData name="Nathan R" userId="b2ac1af611feb5aa" providerId="LiveId" clId="{EBE0A97A-D858-4EBA-8DB2-2830C047F4A2}" dt="2025-01-14T08:20:59.489" v="877" actId="478"/>
          <ac:picMkLst>
            <pc:docMk/>
            <pc:sldMk cId="2413716132" sldId="264"/>
            <ac:picMk id="4" creationId="{78222C53-CCEE-4D32-F7B6-86C5B7DE1F07}"/>
          </ac:picMkLst>
        </pc:picChg>
        <pc:picChg chg="add mod">
          <ac:chgData name="Nathan R" userId="b2ac1af611feb5aa" providerId="LiveId" clId="{EBE0A97A-D858-4EBA-8DB2-2830C047F4A2}" dt="2025-01-14T08:11:49.581" v="633" actId="1076"/>
          <ac:picMkLst>
            <pc:docMk/>
            <pc:sldMk cId="2413716132" sldId="264"/>
            <ac:picMk id="6" creationId="{132EA1E0-12E4-5930-C82C-B6AF44940C68}"/>
          </ac:picMkLst>
        </pc:picChg>
        <pc:picChg chg="add mod">
          <ac:chgData name="Nathan R" userId="b2ac1af611feb5aa" providerId="LiveId" clId="{EBE0A97A-D858-4EBA-8DB2-2830C047F4A2}" dt="2025-01-14T08:11:54.927" v="636" actId="1076"/>
          <ac:picMkLst>
            <pc:docMk/>
            <pc:sldMk cId="2413716132" sldId="264"/>
            <ac:picMk id="12" creationId="{FE92A9F9-1488-8DB3-A653-496A0EF083C5}"/>
          </ac:picMkLst>
        </pc:picChg>
        <pc:picChg chg="add mod ord">
          <ac:chgData name="Nathan R" userId="b2ac1af611feb5aa" providerId="LiveId" clId="{EBE0A97A-D858-4EBA-8DB2-2830C047F4A2}" dt="2025-01-14T08:21:01.779" v="879" actId="167"/>
          <ac:picMkLst>
            <pc:docMk/>
            <pc:sldMk cId="2413716132" sldId="264"/>
            <ac:picMk id="13" creationId="{5248B8E0-A88C-BEF6-2887-35A1B98F3353}"/>
          </ac:picMkLst>
        </pc:picChg>
      </pc:sldChg>
      <pc:sldChg chg="addSp delSp modSp add mod delAnim modAnim">
        <pc:chgData name="Nathan R" userId="b2ac1af611feb5aa" providerId="LiveId" clId="{EBE0A97A-D858-4EBA-8DB2-2830C047F4A2}" dt="2025-01-14T08:21:23.683" v="886" actId="14100"/>
        <pc:sldMkLst>
          <pc:docMk/>
          <pc:sldMk cId="850550228" sldId="265"/>
        </pc:sldMkLst>
        <pc:spChg chg="add mod">
          <ac:chgData name="Nathan R" userId="b2ac1af611feb5aa" providerId="LiveId" clId="{EBE0A97A-D858-4EBA-8DB2-2830C047F4A2}" dt="2025-01-14T08:12:05.303" v="638" actId="1076"/>
          <ac:spMkLst>
            <pc:docMk/>
            <pc:sldMk cId="850550228" sldId="265"/>
            <ac:spMk id="8" creationId="{658A7517-2280-7B74-79F8-0E4D5A3B2B33}"/>
          </ac:spMkLst>
        </pc:spChg>
        <pc:spChg chg="mod">
          <ac:chgData name="Nathan R" userId="b2ac1af611feb5aa" providerId="LiveId" clId="{EBE0A97A-D858-4EBA-8DB2-2830C047F4A2}" dt="2025-01-14T08:21:23.683" v="886" actId="14100"/>
          <ac:spMkLst>
            <pc:docMk/>
            <pc:sldMk cId="850550228" sldId="265"/>
            <ac:spMk id="15" creationId="{13ACF3B1-27B0-AB00-7105-6B36ED94C7D1}"/>
          </ac:spMkLst>
        </pc:spChg>
        <pc:picChg chg="add mod ord">
          <ac:chgData name="Nathan R" userId="b2ac1af611feb5aa" providerId="LiveId" clId="{EBE0A97A-D858-4EBA-8DB2-2830C047F4A2}" dt="2025-01-14T08:21:12.127" v="883" actId="167"/>
          <ac:picMkLst>
            <pc:docMk/>
            <pc:sldMk cId="850550228" sldId="265"/>
            <ac:picMk id="2" creationId="{24AC1614-565C-D61B-7062-DFFFF10944F7}"/>
          </ac:picMkLst>
        </pc:picChg>
        <pc:picChg chg="add mod">
          <ac:chgData name="Nathan R" userId="b2ac1af611feb5aa" providerId="LiveId" clId="{EBE0A97A-D858-4EBA-8DB2-2830C047F4A2}" dt="2025-01-14T08:12:02.621" v="637" actId="1076"/>
          <ac:picMkLst>
            <pc:docMk/>
            <pc:sldMk cId="850550228" sldId="265"/>
            <ac:picMk id="3" creationId="{B3025B7D-9C1F-FC92-2D18-43D3A9A511F4}"/>
          </ac:picMkLst>
        </pc:picChg>
        <pc:picChg chg="del">
          <ac:chgData name="Nathan R" userId="b2ac1af611feb5aa" providerId="LiveId" clId="{EBE0A97A-D858-4EBA-8DB2-2830C047F4A2}" dt="2025-01-14T08:21:09.165" v="881" actId="478"/>
          <ac:picMkLst>
            <pc:docMk/>
            <pc:sldMk cId="850550228" sldId="265"/>
            <ac:picMk id="4" creationId="{C7FD3FF5-60C8-9CE9-2AC6-DEB00B116184}"/>
          </ac:picMkLst>
        </pc:picChg>
      </pc:sldChg>
      <pc:sldChg chg="addSp delSp modSp add mod delAnim modAnim">
        <pc:chgData name="Nathan R" userId="b2ac1af611feb5aa" providerId="LiveId" clId="{EBE0A97A-D858-4EBA-8DB2-2830C047F4A2}" dt="2025-01-14T08:25:13.251" v="934"/>
        <pc:sldMkLst>
          <pc:docMk/>
          <pc:sldMk cId="2377402401" sldId="266"/>
        </pc:sldMkLst>
        <pc:spChg chg="mod">
          <ac:chgData name="Nathan R" userId="b2ac1af611feb5aa" providerId="LiveId" clId="{EBE0A97A-D858-4EBA-8DB2-2830C047F4A2}" dt="2025-01-14T08:20:57.531" v="876" actId="14100"/>
          <ac:spMkLst>
            <pc:docMk/>
            <pc:sldMk cId="2377402401" sldId="266"/>
            <ac:spMk id="15" creationId="{6012EDC8-89CE-1946-25CA-EAD70C87C326}"/>
          </ac:spMkLst>
        </pc:spChg>
        <pc:picChg chg="add mod">
          <ac:chgData name="Nathan R" userId="b2ac1af611feb5aa" providerId="LiveId" clId="{EBE0A97A-D858-4EBA-8DB2-2830C047F4A2}" dt="2025-01-14T08:10:00.919" v="611" actId="1076"/>
          <ac:picMkLst>
            <pc:docMk/>
            <pc:sldMk cId="2377402401" sldId="266"/>
            <ac:picMk id="3" creationId="{25D0774E-AE34-9903-B2C1-2A1BB05410FA}"/>
          </ac:picMkLst>
        </pc:picChg>
        <pc:picChg chg="del mod">
          <ac:chgData name="Nathan R" userId="b2ac1af611feb5aa" providerId="LiveId" clId="{EBE0A97A-D858-4EBA-8DB2-2830C047F4A2}" dt="2025-01-14T08:20:46.856" v="873" actId="478"/>
          <ac:picMkLst>
            <pc:docMk/>
            <pc:sldMk cId="2377402401" sldId="266"/>
            <ac:picMk id="4" creationId="{690B8890-DF56-EB2B-E347-9E18DBA7CA67}"/>
          </ac:picMkLst>
        </pc:picChg>
        <pc:picChg chg="add del mod">
          <ac:chgData name="Nathan R" userId="b2ac1af611feb5aa" providerId="LiveId" clId="{EBE0A97A-D858-4EBA-8DB2-2830C047F4A2}" dt="2025-01-14T08:09:55.745" v="608" actId="478"/>
          <ac:picMkLst>
            <pc:docMk/>
            <pc:sldMk cId="2377402401" sldId="266"/>
            <ac:picMk id="6" creationId="{252B07BD-5320-B3D1-2A8E-24178C1DFBF0}"/>
          </ac:picMkLst>
        </pc:picChg>
        <pc:picChg chg="add mod ord">
          <ac:chgData name="Nathan R" userId="b2ac1af611feb5aa" providerId="LiveId" clId="{EBE0A97A-D858-4EBA-8DB2-2830C047F4A2}" dt="2025-01-14T08:20:49.897" v="874" actId="167"/>
          <ac:picMkLst>
            <pc:docMk/>
            <pc:sldMk cId="2377402401" sldId="266"/>
            <ac:picMk id="8" creationId="{D1BBCBF6-D4E8-7370-C459-9A36F8C5339A}"/>
          </ac:picMkLst>
        </pc:picChg>
      </pc:sldChg>
      <pc:sldChg chg="addSp delSp modSp add mod ord delAnim modAnim">
        <pc:chgData name="Nathan R" userId="b2ac1af611feb5aa" providerId="LiveId" clId="{EBE0A97A-D858-4EBA-8DB2-2830C047F4A2}" dt="2025-01-14T08:28:44.684" v="940"/>
        <pc:sldMkLst>
          <pc:docMk/>
          <pc:sldMk cId="400044409" sldId="267"/>
        </pc:sldMkLst>
        <pc:picChg chg="add mod">
          <ac:chgData name="Nathan R" userId="b2ac1af611feb5aa" providerId="LiveId" clId="{EBE0A97A-D858-4EBA-8DB2-2830C047F4A2}" dt="2025-01-13T13:21:52.425" v="190" actId="1076"/>
          <ac:picMkLst>
            <pc:docMk/>
            <pc:sldMk cId="400044409" sldId="267"/>
            <ac:picMk id="3" creationId="{71A15504-5A61-5985-3B27-6919844B8465}"/>
          </ac:picMkLst>
        </pc:picChg>
        <pc:picChg chg="add mod">
          <ac:chgData name="Nathan R" userId="b2ac1af611feb5aa" providerId="LiveId" clId="{EBE0A97A-D858-4EBA-8DB2-2830C047F4A2}" dt="2025-01-13T13:22:04.793" v="195" actId="1076"/>
          <ac:picMkLst>
            <pc:docMk/>
            <pc:sldMk cId="400044409" sldId="267"/>
            <ac:picMk id="10" creationId="{E6291446-D482-AFE0-441C-1BE987D6CB5D}"/>
          </ac:picMkLst>
        </pc:picChg>
        <pc:picChg chg="add mod">
          <ac:chgData name="Nathan R" userId="b2ac1af611feb5aa" providerId="LiveId" clId="{EBE0A97A-D858-4EBA-8DB2-2830C047F4A2}" dt="2025-01-13T13:25:27.130" v="211" actId="688"/>
          <ac:picMkLst>
            <pc:docMk/>
            <pc:sldMk cId="400044409" sldId="267"/>
            <ac:picMk id="1026" creationId="{0AA40B5C-3273-9AE4-6513-3EBC16CA36B5}"/>
          </ac:picMkLst>
        </pc:picChg>
        <pc:cxnChg chg="add mod">
          <ac:chgData name="Nathan R" userId="b2ac1af611feb5aa" providerId="LiveId" clId="{EBE0A97A-D858-4EBA-8DB2-2830C047F4A2}" dt="2025-01-13T13:22:29.625" v="199" actId="208"/>
          <ac:cxnSpMkLst>
            <pc:docMk/>
            <pc:sldMk cId="400044409" sldId="267"/>
            <ac:cxnSpMk id="17" creationId="{59CE310E-ECC4-CD8B-67ED-B3F6AC170926}"/>
          </ac:cxnSpMkLst>
        </pc:cxnChg>
        <pc:cxnChg chg="add mod">
          <ac:chgData name="Nathan R" userId="b2ac1af611feb5aa" providerId="LiveId" clId="{EBE0A97A-D858-4EBA-8DB2-2830C047F4A2}" dt="2025-01-13T13:23:23.827" v="209" actId="14100"/>
          <ac:cxnSpMkLst>
            <pc:docMk/>
            <pc:sldMk cId="400044409" sldId="267"/>
            <ac:cxnSpMk id="19" creationId="{CFA8834B-AF54-357B-6835-033617ADB748}"/>
          </ac:cxnSpMkLst>
        </pc:cxnChg>
        <pc:cxnChg chg="add mod">
          <ac:chgData name="Nathan R" userId="b2ac1af611feb5aa" providerId="LiveId" clId="{EBE0A97A-D858-4EBA-8DB2-2830C047F4A2}" dt="2025-01-13T13:23:18" v="208" actId="14100"/>
          <ac:cxnSpMkLst>
            <pc:docMk/>
            <pc:sldMk cId="400044409" sldId="267"/>
            <ac:cxnSpMk id="22" creationId="{FC321DC7-2E02-20FE-909C-B900C04046EE}"/>
          </ac:cxnSpMkLst>
        </pc:cxnChg>
      </pc:sldChg>
      <pc:sldChg chg="addSp delSp modSp add mod delAnim">
        <pc:chgData name="Nathan R" userId="b2ac1af611feb5aa" providerId="LiveId" clId="{EBE0A97A-D858-4EBA-8DB2-2830C047F4A2}" dt="2025-01-14T08:23:07.588" v="920" actId="1076"/>
        <pc:sldMkLst>
          <pc:docMk/>
          <pc:sldMk cId="3367863746" sldId="268"/>
        </pc:sldMkLst>
        <pc:spChg chg="del">
          <ac:chgData name="Nathan R" userId="b2ac1af611feb5aa" providerId="LiveId" clId="{EBE0A97A-D858-4EBA-8DB2-2830C047F4A2}" dt="2025-01-14T08:22:01.518" v="891" actId="478"/>
          <ac:spMkLst>
            <pc:docMk/>
            <pc:sldMk cId="3367863746" sldId="268"/>
            <ac:spMk id="13" creationId="{2AA9E41E-C7A0-AC1D-0591-9048C4A2D7ED}"/>
          </ac:spMkLst>
        </pc:spChg>
        <pc:picChg chg="add mod">
          <ac:chgData name="Nathan R" userId="b2ac1af611feb5aa" providerId="LiveId" clId="{EBE0A97A-D858-4EBA-8DB2-2830C047F4A2}" dt="2025-01-14T08:23:07.588" v="920" actId="1076"/>
          <ac:picMkLst>
            <pc:docMk/>
            <pc:sldMk cId="3367863746" sldId="268"/>
            <ac:picMk id="2" creationId="{F4EA041D-43B1-AA12-A761-8C4B6BF9AE20}"/>
          </ac:picMkLst>
        </pc:picChg>
        <pc:picChg chg="del">
          <ac:chgData name="Nathan R" userId="b2ac1af611feb5aa" providerId="LiveId" clId="{EBE0A97A-D858-4EBA-8DB2-2830C047F4A2}" dt="2025-01-14T08:21:57.495" v="888" actId="478"/>
          <ac:picMkLst>
            <pc:docMk/>
            <pc:sldMk cId="3367863746" sldId="268"/>
            <ac:picMk id="3" creationId="{2EA204C9-871D-52AE-D628-55D18F02F404}"/>
          </ac:picMkLst>
        </pc:picChg>
        <pc:picChg chg="del">
          <ac:chgData name="Nathan R" userId="b2ac1af611feb5aa" providerId="LiveId" clId="{EBE0A97A-D858-4EBA-8DB2-2830C047F4A2}" dt="2025-01-14T08:21:58.429" v="889" actId="478"/>
          <ac:picMkLst>
            <pc:docMk/>
            <pc:sldMk cId="3367863746" sldId="268"/>
            <ac:picMk id="10" creationId="{835E8379-6155-8502-D82C-93DA00ADBC7B}"/>
          </ac:picMkLst>
        </pc:picChg>
        <pc:picChg chg="del">
          <ac:chgData name="Nathan R" userId="b2ac1af611feb5aa" providerId="LiveId" clId="{EBE0A97A-D858-4EBA-8DB2-2830C047F4A2}" dt="2025-01-14T08:22:02.732" v="892" actId="478"/>
          <ac:picMkLst>
            <pc:docMk/>
            <pc:sldMk cId="3367863746" sldId="268"/>
            <ac:picMk id="1026" creationId="{AAB94C55-6E5D-021A-4C38-0E7928BA4971}"/>
          </ac:picMkLst>
        </pc:picChg>
        <pc:cxnChg chg="del">
          <ac:chgData name="Nathan R" userId="b2ac1af611feb5aa" providerId="LiveId" clId="{EBE0A97A-D858-4EBA-8DB2-2830C047F4A2}" dt="2025-01-14T08:21:59.664" v="890" actId="478"/>
          <ac:cxnSpMkLst>
            <pc:docMk/>
            <pc:sldMk cId="3367863746" sldId="268"/>
            <ac:cxnSpMk id="17" creationId="{E011C53B-C376-9800-0C10-D8127A8A0E05}"/>
          </ac:cxnSpMkLst>
        </pc:cxnChg>
        <pc:cxnChg chg="del mod">
          <ac:chgData name="Nathan R" userId="b2ac1af611feb5aa" providerId="LiveId" clId="{EBE0A97A-D858-4EBA-8DB2-2830C047F4A2}" dt="2025-01-14T08:22:01.518" v="891" actId="478"/>
          <ac:cxnSpMkLst>
            <pc:docMk/>
            <pc:sldMk cId="3367863746" sldId="268"/>
            <ac:cxnSpMk id="19" creationId="{336F7392-F2EC-E124-F356-F34AB9CC3A71}"/>
          </ac:cxnSpMkLst>
        </pc:cxnChg>
        <pc:cxnChg chg="del">
          <ac:chgData name="Nathan R" userId="b2ac1af611feb5aa" providerId="LiveId" clId="{EBE0A97A-D858-4EBA-8DB2-2830C047F4A2}" dt="2025-01-14T08:22:01.518" v="891" actId="478"/>
          <ac:cxnSpMkLst>
            <pc:docMk/>
            <pc:sldMk cId="3367863746" sldId="268"/>
            <ac:cxnSpMk id="22" creationId="{4BEEACE6-059A-CD82-C824-56799B33DD83}"/>
          </ac:cxnSpMkLst>
        </pc:cxnChg>
      </pc:sldChg>
      <pc:sldChg chg="addSp delSp modSp add mod modAnim">
        <pc:chgData name="Nathan R" userId="b2ac1af611feb5aa" providerId="LiveId" clId="{EBE0A97A-D858-4EBA-8DB2-2830C047F4A2}" dt="2025-01-14T09:06:14.961" v="1826" actId="2161"/>
        <pc:sldMkLst>
          <pc:docMk/>
          <pc:sldMk cId="1228081082" sldId="269"/>
        </pc:sldMkLst>
        <pc:spChg chg="add del mod">
          <ac:chgData name="Nathan R" userId="b2ac1af611feb5aa" providerId="LiveId" clId="{EBE0A97A-D858-4EBA-8DB2-2830C047F4A2}" dt="2025-01-14T08:43:20.922" v="1684" actId="20577"/>
          <ac:spMkLst>
            <pc:docMk/>
            <pc:sldMk cId="1228081082" sldId="269"/>
            <ac:spMk id="6" creationId="{3D4E4356-E144-D684-1BC6-237909C1D8B0}"/>
          </ac:spMkLst>
        </pc:spChg>
        <pc:spChg chg="add mod">
          <ac:chgData name="Nathan R" userId="b2ac1af611feb5aa" providerId="LiveId" clId="{EBE0A97A-D858-4EBA-8DB2-2830C047F4A2}" dt="2025-01-14T08:44:59.782" v="1720" actId="1076"/>
          <ac:spMkLst>
            <pc:docMk/>
            <pc:sldMk cId="1228081082" sldId="269"/>
            <ac:spMk id="8" creationId="{6FB4D7A8-13CA-3ADA-ADB3-434B97CE3C78}"/>
          </ac:spMkLst>
        </pc:spChg>
        <pc:graphicFrameChg chg="add mod modGraphic">
          <ac:chgData name="Nathan R" userId="b2ac1af611feb5aa" providerId="LiveId" clId="{EBE0A97A-D858-4EBA-8DB2-2830C047F4A2}" dt="2025-01-14T08:45:14.113" v="1722" actId="20577"/>
          <ac:graphicFrameMkLst>
            <pc:docMk/>
            <pc:sldMk cId="1228081082" sldId="269"/>
            <ac:graphicFrameMk id="2" creationId="{9B6B3232-ACF7-13AC-539A-B5A74171D27A}"/>
          </ac:graphicFrameMkLst>
        </pc:graphicFrameChg>
        <pc:graphicFrameChg chg="add mod modGraphic">
          <ac:chgData name="Nathan R" userId="b2ac1af611feb5aa" providerId="LiveId" clId="{EBE0A97A-D858-4EBA-8DB2-2830C047F4A2}" dt="2025-01-14T09:06:14.961" v="1826" actId="2161"/>
          <ac:graphicFrameMkLst>
            <pc:docMk/>
            <pc:sldMk cId="1228081082" sldId="269"/>
            <ac:graphicFrameMk id="4" creationId="{AB4D6542-DFFD-5F22-5688-84FAE67A4346}"/>
          </ac:graphicFrameMkLst>
        </pc:graphicFrameChg>
        <pc:picChg chg="del">
          <ac:chgData name="Nathan R" userId="b2ac1af611feb5aa" providerId="LiveId" clId="{EBE0A97A-D858-4EBA-8DB2-2830C047F4A2}" dt="2025-01-14T08:28:30.157" v="938" actId="478"/>
          <ac:picMkLst>
            <pc:docMk/>
            <pc:sldMk cId="1228081082" sldId="269"/>
            <ac:picMk id="3" creationId="{D354F855-6C26-6941-9520-8F2C2B15E0CD}"/>
          </ac:picMkLst>
        </pc:picChg>
        <pc:picChg chg="del">
          <ac:chgData name="Nathan R" userId="b2ac1af611feb5aa" providerId="LiveId" clId="{EBE0A97A-D858-4EBA-8DB2-2830C047F4A2}" dt="2025-01-14T08:28:30.157" v="938" actId="478"/>
          <ac:picMkLst>
            <pc:docMk/>
            <pc:sldMk cId="1228081082" sldId="269"/>
            <ac:picMk id="10" creationId="{48E86C49-3A8A-017D-49D1-3D2BE07FD40F}"/>
          </ac:picMkLst>
        </pc:picChg>
        <pc:picChg chg="del">
          <ac:chgData name="Nathan R" userId="b2ac1af611feb5aa" providerId="LiveId" clId="{EBE0A97A-D858-4EBA-8DB2-2830C047F4A2}" dt="2025-01-14T08:28:30.157" v="938" actId="478"/>
          <ac:picMkLst>
            <pc:docMk/>
            <pc:sldMk cId="1228081082" sldId="269"/>
            <ac:picMk id="1026" creationId="{82769AA2-C894-CE8E-C2E3-AC17EC67B8B7}"/>
          </ac:picMkLst>
        </pc:picChg>
        <pc:cxnChg chg="del">
          <ac:chgData name="Nathan R" userId="b2ac1af611feb5aa" providerId="LiveId" clId="{EBE0A97A-D858-4EBA-8DB2-2830C047F4A2}" dt="2025-01-14T08:28:27.806" v="937" actId="478"/>
          <ac:cxnSpMkLst>
            <pc:docMk/>
            <pc:sldMk cId="1228081082" sldId="269"/>
            <ac:cxnSpMk id="17" creationId="{E9815A7D-39E7-B9EE-4FB0-2E4DB5EA019A}"/>
          </ac:cxnSpMkLst>
        </pc:cxnChg>
        <pc:cxnChg chg="del mod">
          <ac:chgData name="Nathan R" userId="b2ac1af611feb5aa" providerId="LiveId" clId="{EBE0A97A-D858-4EBA-8DB2-2830C047F4A2}" dt="2025-01-14T08:28:27.806" v="937" actId="478"/>
          <ac:cxnSpMkLst>
            <pc:docMk/>
            <pc:sldMk cId="1228081082" sldId="269"/>
            <ac:cxnSpMk id="19" creationId="{F80FD21E-18E1-6551-1642-246F5F6B3D10}"/>
          </ac:cxnSpMkLst>
        </pc:cxnChg>
        <pc:cxnChg chg="del mod">
          <ac:chgData name="Nathan R" userId="b2ac1af611feb5aa" providerId="LiveId" clId="{EBE0A97A-D858-4EBA-8DB2-2830C047F4A2}" dt="2025-01-14T08:28:27.806" v="937" actId="478"/>
          <ac:cxnSpMkLst>
            <pc:docMk/>
            <pc:sldMk cId="1228081082" sldId="269"/>
            <ac:cxnSpMk id="22" creationId="{6AF327D8-1206-21A7-A63D-979DAAFB0AC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80E34-7A11-4693-9C16-47D49863D10E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59AD6-7EC6-4F0B-A076-83D751725D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24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5E0E-23FD-8927-3FB3-215FB47B5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99B72D-4844-0DFD-10B4-2721FEE27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4FA9EB4-8D23-7056-8E2C-7F7A60256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99A96E-EB7A-84FC-A3BE-E5231F81E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3485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B444-F1A2-FEDC-CC5C-102CC8FA6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164C137-A806-D04D-5609-10523BC31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C3375A0-F7DF-AA57-8A96-074EF62AD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723D80-36C5-6653-FE93-83E877631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733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D1FD-DA19-9F12-72AE-3C947836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B02E602-7527-F942-30A0-60EF78C6A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C5B527E-DB8A-01EF-03C8-B0C1C7506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1B7C6D-E6AA-12A8-59DF-66451F255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316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3DFCE-3B1B-7DEB-AE68-8D4039B3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328A06-CDF1-CFEC-E3A7-9858CE647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FE0A12B-C9CA-44F6-FFDD-0F4F16684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6523CD-BC70-A881-432B-525E6DAC2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8481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6E5D-EF88-6172-786C-017DC12B8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687FDA7-8995-CD07-1616-82FB03359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5ABA964-43E6-CD0D-D6DF-1206BAE52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DB741A-E027-333A-3580-F222C1D7F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8843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3E7B-AD09-DA4A-3375-0E8F3CB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77EFEB-BDAE-29F7-2D19-88A9271AE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20BCF71-B17E-0CDC-20E4-9F689B300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029505-59B1-E8B2-8762-FED94CF9C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947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2EFA-7BB2-2699-8C51-AD0270511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A7CC21-9696-9EBA-35BD-F00A17B61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26BBAE-5C2C-1B90-9A17-DBEDFCF87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E2DE23-1944-B314-BE5D-E1DD68C04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323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A557C-4354-0D95-C77A-DFC0A451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99FE24-DD0C-3312-EBD9-19737381A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44DAD7-4B04-0198-593B-A0FD9CF03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12AC1C-2BAB-CC99-5A10-EE6FB424E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0447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0CDBC-B2BE-3CBE-4391-C89D4E2C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DC79B97-BF66-BC34-3E48-1014B076C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5F498C-A84F-6C70-4B7C-8645AB9DA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26D62C-DA45-E214-DCAA-3E6FFF0A3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8124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19FAE-D2F4-FB57-B55F-CC36AB956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68F45D-DD0F-18A7-F96E-7DE10573A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913DDC1-8381-19DB-B367-327B440AA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3DA5A9-E407-F1D0-6CBE-8403CCB49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967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30DD7-B3DF-DEBE-57FB-5B05EAF4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074162-B4BA-6E65-691D-69342760D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6BD7D0E-0AF4-B496-20E2-BC5EAB0B2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5D981E-8A11-1AB7-951F-6D679E3A6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59AD6-7EC6-4F0B-A076-83D751725D8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193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405391-AFF7-7411-B9B5-22A55E7A8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D86F3D-6166-B8D9-AD77-6F559A856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0A27CF-CA22-BF43-8264-4FA12C76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D2A421-97D1-1066-5F70-973831F73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0ADFD0-89DE-F8B9-B9E5-B8E9DF408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53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6515F9-291E-EA5D-D02A-B13D3A753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D2A13C-6758-3937-4C55-EEA3767D3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4A765-622E-9B7B-D2E3-E08936C3B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412CD0-3389-06B6-5016-1D87DE32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7DF3BA-7E5C-500E-651C-65B34CE2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28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50677-872E-44A7-BB88-701ACE15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35ADBB-9DA0-B147-5BC7-47A288F98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C73856-5E50-63F6-7A3C-A455972C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6C060D-81EB-5C27-2359-73FBCBE61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744138-F2C0-0199-82FB-3B91FC1B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21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ECFD0-AA28-F019-46D8-08CA7FD6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8A2925-A65D-4A82-16B4-AC349472A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0F8A6B-4AB7-3536-7832-548882C2E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B8C209-DFDD-AD52-9CEE-70DB2307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52B3E2-5061-2E83-FA56-ACF0384A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569B42-9908-6F1B-E63D-2E1CFBE2D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5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43AB1-F8C1-A961-7937-55C4004F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38E69F-94AA-27A1-D851-0A3D07D45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75DCFFA-9290-BAD7-5934-2EB13DF4F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2599771-4794-7F8E-321C-4578F4503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1253E0-C6D6-2E03-99F4-C31945815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C5E75C-6C69-9B96-CA52-46B6BF76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5374478-22FF-8984-82AA-0420B400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F138B8-E5E2-FF3D-FC35-F7B26CE9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47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9CFF9D-7B5C-8CA0-B6C8-EF0473C9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0611A8A-0A4A-A732-60C7-6FA995F91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5D7499-7498-5400-1CB3-29C1024EC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B84F93-4B4D-87DF-A2F6-941B5440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85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0C1882E-EDE7-FF4D-3A6D-724AC8EA0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E6D152-FE52-CFA2-BEF3-0C13E936F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197322-EE84-E2AD-1ABA-BBDD7DDF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34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856436-2F50-00C3-12A6-83BCEDC65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9F8248-9E04-AE16-CD33-4E0C92B8E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4C66D2-99BD-EDE2-6ADC-112127473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21CA70-6CAA-A423-63E9-07B34742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1E256D-8942-CAF2-9BFE-673D545A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78E41D-BBDF-B0E8-E0CF-D32B0141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06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5DB724-8285-E906-2DA6-019568C1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B6E1894-EE18-FF60-6F11-332A43056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E627BC-829E-8B76-65C0-35E807796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A684AE-1D10-2F33-0BC7-4AC3DC4F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49C2FE-01AF-B7BA-D18A-8E31974A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F50EBC-BD6C-14C0-AA95-EE615D82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42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3BFD8D-D7C3-6F4D-47EB-F09718D81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C301AE-04B7-F69B-CB88-B08A6FC1F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D3D5F6-F915-AFBA-2DA1-5ADE8FCA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F5EFDA-04D4-8780-3049-36B34809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6264D2-7D43-2221-7210-A99FEB05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24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BEFD799-BF4A-F1A2-5A71-E3475927E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350E0B8-8260-201A-A0D3-C60AB6F36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B93109-A31F-B928-7C76-43BE1563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5D0EB2-D6B6-61D6-FE68-4FE39E85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95A62C-A07D-4A28-47C8-6258B778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923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AC2BAFA-7A70-D9BC-74C6-F5C09E26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01EFEB-7123-920A-F4BC-D7C983700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BF2860-5DA0-C2B2-F06F-AB7C78835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2723D-FAF8-44B8-9C63-00EA20FB2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25C51C-CFC2-239E-05F4-65D55D14D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3CEB42-AE69-960F-4D35-A21041EEE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D0838-DEF0-46B0-A5E9-C75B55458C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119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5A48FF56-04C3-0B06-A56C-240914760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4808800" cy="2215165"/>
          </a:xfrm>
          <a:prstGeom prst="rect">
            <a:avLst/>
          </a:prstGeom>
        </p:spPr>
      </p:pic>
      <p:pic>
        <p:nvPicPr>
          <p:cNvPr id="9" name="Image 8" descr="Une image contenant texte, Police, noir et blanc, cercle&#10;&#10;Description générée automatiquement">
            <a:extLst>
              <a:ext uri="{FF2B5EF4-FFF2-40B4-BE49-F238E27FC236}">
                <a16:creationId xmlns:a16="http://schemas.microsoft.com/office/drawing/2014/main" id="{C38B1663-E825-D275-5085-975DF4A07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954" y="211974"/>
            <a:ext cx="1617303" cy="150948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9E6A0469-0770-E797-8896-C9901DF87FC6}"/>
              </a:ext>
            </a:extLst>
          </p:cNvPr>
          <p:cNvSpPr txBox="1"/>
          <p:nvPr/>
        </p:nvSpPr>
        <p:spPr>
          <a:xfrm>
            <a:off x="909686" y="1240287"/>
            <a:ext cx="3683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75000"/>
                  </a:schemeClr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CREATE A VISUAL NOVEL WITH 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D2B825-0BAA-9CB9-50BC-DBEF5749F58E}"/>
              </a:ext>
            </a:extLst>
          </p:cNvPr>
          <p:cNvSpPr/>
          <p:nvPr/>
        </p:nvSpPr>
        <p:spPr>
          <a:xfrm>
            <a:off x="3154680" y="2525814"/>
            <a:ext cx="5882640" cy="2001520"/>
          </a:xfrm>
          <a:prstGeom prst="rect">
            <a:avLst/>
          </a:prstGeom>
          <a:solidFill>
            <a:srgbClr val="28262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8BED7A-D81A-AB30-D897-768036F423F4}"/>
              </a:ext>
            </a:extLst>
          </p:cNvPr>
          <p:cNvSpPr txBox="1"/>
          <p:nvPr/>
        </p:nvSpPr>
        <p:spPr>
          <a:xfrm>
            <a:off x="3170936" y="3111075"/>
            <a:ext cx="5882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PRESENTATION UE31 </a:t>
            </a:r>
          </a:p>
        </p:txBody>
      </p:sp>
    </p:spTree>
    <p:extLst>
      <p:ext uri="{BB962C8B-B14F-4D97-AF65-F5344CB8AC3E}">
        <p14:creationId xmlns:p14="http://schemas.microsoft.com/office/powerpoint/2010/main" val="23736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67A4F0F-22F5-3A45-78C2-271232668D8E}"/>
              </a:ext>
            </a:extLst>
          </p:cNvPr>
          <p:cNvSpPr txBox="1"/>
          <p:nvPr/>
        </p:nvSpPr>
        <p:spPr>
          <a:xfrm>
            <a:off x="4086956" y="0"/>
            <a:ext cx="4018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  <a:latin typeface="Khmer UI" panose="020F0502020204030204" pitchFamily="34" charset="0"/>
                <a:cs typeface="Khmer UI" panose="020F0502020204030204" pitchFamily="34" charset="0"/>
              </a:rPr>
              <a:t>TABLE DES MATIERES</a:t>
            </a: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83EEB3CA-0A32-5408-F6F7-FBBBAA551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253C2D82-AEA6-259A-5D02-4DA49D87F230}"/>
              </a:ext>
            </a:extLst>
          </p:cNvPr>
          <p:cNvGrpSpPr/>
          <p:nvPr/>
        </p:nvGrpSpPr>
        <p:grpSpPr>
          <a:xfrm>
            <a:off x="951770" y="1772728"/>
            <a:ext cx="2786332" cy="1656272"/>
            <a:chOff x="951770" y="1772728"/>
            <a:chExt cx="2786332" cy="1656272"/>
          </a:xfrm>
        </p:grpSpPr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3769E6D9-4AF4-617A-8956-FB3CABAD02B4}"/>
                </a:ext>
              </a:extLst>
            </p:cNvPr>
            <p:cNvSpPr/>
            <p:nvPr/>
          </p:nvSpPr>
          <p:spPr>
            <a:xfrm>
              <a:off x="951770" y="1772728"/>
              <a:ext cx="2786332" cy="1656272"/>
            </a:xfrm>
            <a:prstGeom prst="roundRect">
              <a:avLst/>
            </a:prstGeom>
            <a:solidFill>
              <a:srgbClr val="28262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E06B245B-2AA2-7981-58AF-EA2E851A8900}"/>
                </a:ext>
              </a:extLst>
            </p:cNvPr>
            <p:cNvSpPr txBox="1"/>
            <p:nvPr/>
          </p:nvSpPr>
          <p:spPr>
            <a:xfrm>
              <a:off x="1508873" y="2277698"/>
              <a:ext cx="18768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dirty="0">
                  <a:solidFill>
                    <a:schemeClr val="bg1"/>
                  </a:solidFill>
                  <a:latin typeface="Khmer UI" panose="020B0502040204020203" pitchFamily="34" charset="0"/>
                  <a:cs typeface="Khmer UI" panose="020B0502040204020203" pitchFamily="34" charset="0"/>
                </a:rPr>
                <a:t>OUTILS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61720B3B-62C7-B40E-6CFA-25A05CBD8896}"/>
              </a:ext>
            </a:extLst>
          </p:cNvPr>
          <p:cNvGrpSpPr/>
          <p:nvPr/>
        </p:nvGrpSpPr>
        <p:grpSpPr>
          <a:xfrm>
            <a:off x="8453899" y="1772728"/>
            <a:ext cx="2786332" cy="1656272"/>
            <a:chOff x="8453899" y="1772728"/>
            <a:chExt cx="2786332" cy="1656272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623E0C09-8BB3-C347-2FA8-DBD45F3D483F}"/>
                </a:ext>
              </a:extLst>
            </p:cNvPr>
            <p:cNvSpPr/>
            <p:nvPr/>
          </p:nvSpPr>
          <p:spPr>
            <a:xfrm>
              <a:off x="8453899" y="1772728"/>
              <a:ext cx="2786332" cy="1656272"/>
            </a:xfrm>
            <a:prstGeom prst="roundRect">
              <a:avLst/>
            </a:prstGeom>
            <a:solidFill>
              <a:srgbClr val="28262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648EC03E-AA31-98C5-039B-01C54C0F5A66}"/>
                </a:ext>
              </a:extLst>
            </p:cNvPr>
            <p:cNvSpPr txBox="1"/>
            <p:nvPr/>
          </p:nvSpPr>
          <p:spPr>
            <a:xfrm>
              <a:off x="8590467" y="2339253"/>
              <a:ext cx="26497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Khmer UI" panose="020B0502040204020203" pitchFamily="34" charset="0"/>
                  <a:cs typeface="Khmer UI" panose="020B0502040204020203" pitchFamily="34" charset="0"/>
                </a:rPr>
                <a:t>ARCHITECTURE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196A794B-FC18-455D-D0FC-5DDF3911BDE6}"/>
              </a:ext>
            </a:extLst>
          </p:cNvPr>
          <p:cNvGrpSpPr/>
          <p:nvPr/>
        </p:nvGrpSpPr>
        <p:grpSpPr>
          <a:xfrm>
            <a:off x="4591781" y="4224983"/>
            <a:ext cx="2786332" cy="1846030"/>
            <a:chOff x="4591781" y="4224983"/>
            <a:chExt cx="2786332" cy="1846030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C173CE47-4A69-C297-F37A-5FB23FD4D913}"/>
                </a:ext>
              </a:extLst>
            </p:cNvPr>
            <p:cNvSpPr/>
            <p:nvPr/>
          </p:nvSpPr>
          <p:spPr>
            <a:xfrm>
              <a:off x="4591781" y="4224983"/>
              <a:ext cx="2786332" cy="1656272"/>
            </a:xfrm>
            <a:prstGeom prst="roundRect">
              <a:avLst/>
            </a:prstGeom>
            <a:solidFill>
              <a:srgbClr val="28262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88735C9-1969-A127-4F26-8E3123F04024}"/>
                </a:ext>
              </a:extLst>
            </p:cNvPr>
            <p:cNvSpPr txBox="1"/>
            <p:nvPr/>
          </p:nvSpPr>
          <p:spPr>
            <a:xfrm>
              <a:off x="4705889" y="4501353"/>
              <a:ext cx="267222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200" dirty="0">
                  <a:solidFill>
                    <a:schemeClr val="bg1"/>
                  </a:solidFill>
                  <a:latin typeface="Khmer UI" panose="020B0502040204020203" pitchFamily="34" charset="0"/>
                  <a:cs typeface="Khmer UI" panose="020B0502040204020203" pitchFamily="34" charset="0"/>
                </a:rPr>
                <a:t>CHOIX DE CONCEPTION	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622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38C9-0F38-16CC-D14A-0F7AEE65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32428216-39A1-D1BD-966C-DE0250A6C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AC9F6C5-F332-E482-52E0-76B6B1DFCE65}"/>
              </a:ext>
            </a:extLst>
          </p:cNvPr>
          <p:cNvSpPr txBox="1"/>
          <p:nvPr/>
        </p:nvSpPr>
        <p:spPr>
          <a:xfrm>
            <a:off x="5157598" y="0"/>
            <a:ext cx="187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OUTILS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63D351B-902F-72D0-54C6-C46498F55AB4}"/>
              </a:ext>
            </a:extLst>
          </p:cNvPr>
          <p:cNvGrpSpPr/>
          <p:nvPr/>
        </p:nvGrpSpPr>
        <p:grpSpPr>
          <a:xfrm>
            <a:off x="652010" y="2638314"/>
            <a:ext cx="4382112" cy="1581371"/>
            <a:chOff x="997067" y="1732540"/>
            <a:chExt cx="4382112" cy="1581371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40243C02-453C-F967-75C5-49A0CD046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7067" y="1732540"/>
              <a:ext cx="4382112" cy="1581371"/>
            </a:xfrm>
            <a:prstGeom prst="rect">
              <a:avLst/>
            </a:prstGeom>
          </p:spPr>
        </p:pic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D7E98FE9-C4E6-D157-6934-E3E0E683F5B3}"/>
                </a:ext>
              </a:extLst>
            </p:cNvPr>
            <p:cNvSpPr txBox="1"/>
            <p:nvPr/>
          </p:nvSpPr>
          <p:spPr>
            <a:xfrm>
              <a:off x="2563941" y="2225040"/>
              <a:ext cx="25936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0" i="0" dirty="0">
                  <a:solidFill>
                    <a:srgbClr val="F0F6FC"/>
                  </a:solidFill>
                  <a:effectLst/>
                  <a:latin typeface="-apple-system"/>
                </a:rPr>
                <a:t>This open-source toolkit is designed to simplify the management, integration and deployment of AI models for developers. With support for models hosted on </a:t>
              </a:r>
              <a:r>
                <a:rPr lang="en-US" sz="1000" b="0" i="0" u="sng" dirty="0">
                  <a:effectLst/>
                  <a:latin typeface="-apple-system"/>
                  <a:hlinkClick r:id="rId4"/>
                </a:rPr>
                <a:t>Hugging Face</a:t>
              </a:r>
              <a:r>
                <a:rPr lang="en-US" sz="1000" b="0" i="0" dirty="0">
                  <a:solidFill>
                    <a:srgbClr val="F0F6FC"/>
                  </a:solidFill>
                  <a:effectLst/>
                  <a:latin typeface="-apple-system"/>
                </a:rPr>
                <a:t>, EMF empowers developers to download, automate and manage AI models locally with ease.</a:t>
              </a:r>
              <a:endParaRPr lang="fr-FR" sz="1000" dirty="0"/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F59A6B63-FC58-5318-0D37-BE87044C414D}"/>
              </a:ext>
            </a:extLst>
          </p:cNvPr>
          <p:cNvSpPr txBox="1"/>
          <p:nvPr/>
        </p:nvSpPr>
        <p:spPr>
          <a:xfrm>
            <a:off x="6697780" y="1929384"/>
            <a:ext cx="3591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EASY MODEL FUSION</a:t>
            </a:r>
          </a:p>
        </p:txBody>
      </p:sp>
    </p:spTree>
    <p:extLst>
      <p:ext uri="{BB962C8B-B14F-4D97-AF65-F5344CB8AC3E}">
        <p14:creationId xmlns:p14="http://schemas.microsoft.com/office/powerpoint/2010/main" val="3443846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21AD-5221-9B90-50D6-6F98F2BD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9F756451-7453-0D70-E87E-D46376837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0275ED0-C2F9-CCDE-EBD3-5104904CF55F}"/>
              </a:ext>
            </a:extLst>
          </p:cNvPr>
          <p:cNvSpPr txBox="1"/>
          <p:nvPr/>
        </p:nvSpPr>
        <p:spPr>
          <a:xfrm>
            <a:off x="5157598" y="0"/>
            <a:ext cx="187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OUTILS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F0FBA4E-ED20-D8E0-DD74-A8BD3837328F}"/>
              </a:ext>
            </a:extLst>
          </p:cNvPr>
          <p:cNvSpPr txBox="1"/>
          <p:nvPr/>
        </p:nvSpPr>
        <p:spPr>
          <a:xfrm>
            <a:off x="673519" y="1466491"/>
            <a:ext cx="1590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REN’PY</a:t>
            </a:r>
          </a:p>
        </p:txBody>
      </p:sp>
      <p:pic>
        <p:nvPicPr>
          <p:cNvPr id="1026" name="Picture 2" descr="Ren'Py — Wikipédia">
            <a:extLst>
              <a:ext uri="{FF2B5EF4-FFF2-40B4-BE49-F238E27FC236}">
                <a16:creationId xmlns:a16="http://schemas.microsoft.com/office/drawing/2014/main" id="{5AFF761A-71D3-79F1-D2C9-50CAE73C2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98" y="3217653"/>
            <a:ext cx="2278434" cy="349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69D4CAE-C5C8-F0FC-789B-B7476BC948C9}"/>
              </a:ext>
            </a:extLst>
          </p:cNvPr>
          <p:cNvSpPr txBox="1"/>
          <p:nvPr/>
        </p:nvSpPr>
        <p:spPr>
          <a:xfrm>
            <a:off x="673519" y="1979610"/>
            <a:ext cx="4416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Logiciel et langage de script utilisé pour créer des Visual Novel</a:t>
            </a:r>
          </a:p>
          <a:p>
            <a:r>
              <a:rPr lang="fr-FR" dirty="0">
                <a:solidFill>
                  <a:schemeClr val="bg1"/>
                </a:solidFill>
              </a:rPr>
              <a:t>Il possède un langage inspiré du python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6586198-A7F9-B0DF-F202-CC9B65E35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687" y="976745"/>
            <a:ext cx="2819794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69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6952E-4C36-270D-0DCA-1E6B6676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20669A53-2D79-F257-EB65-36ECED660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2A7C719-93D1-DB15-B60C-30DEE690E39E}"/>
              </a:ext>
            </a:extLst>
          </p:cNvPr>
          <p:cNvSpPr txBox="1"/>
          <p:nvPr/>
        </p:nvSpPr>
        <p:spPr>
          <a:xfrm>
            <a:off x="4325455" y="0"/>
            <a:ext cx="3541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ARCHITECTURE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90AAA63-5F6C-6C8A-6641-3456FE13F4CE}"/>
              </a:ext>
            </a:extLst>
          </p:cNvPr>
          <p:cNvSpPr txBox="1"/>
          <p:nvPr/>
        </p:nvSpPr>
        <p:spPr>
          <a:xfrm>
            <a:off x="9306260" y="3424270"/>
            <a:ext cx="1874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Main</a:t>
            </a:r>
            <a:endParaRPr lang="fr-FR" sz="11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1A15504-5A61-5985-3B27-6919844B8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26" y="2746574"/>
            <a:ext cx="1541933" cy="1515348"/>
          </a:xfrm>
          <a:prstGeom prst="rect">
            <a:avLst/>
          </a:prstGeom>
        </p:spPr>
      </p:pic>
      <p:pic>
        <p:nvPicPr>
          <p:cNvPr id="10" name="Picture 2" descr="Ren'Py — Wikipédia">
            <a:extLst>
              <a:ext uri="{FF2B5EF4-FFF2-40B4-BE49-F238E27FC236}">
                <a16:creationId xmlns:a16="http://schemas.microsoft.com/office/drawing/2014/main" id="{E6291446-D482-AFE0-441C-1BE987D6C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267" y="2237422"/>
            <a:ext cx="1650587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9CE310E-ECC4-CD8B-67ED-B3F6AC170926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7198882" y="3504248"/>
            <a:ext cx="2806385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Image 1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E820CC23-9B4B-9D33-680B-D510BA455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6"/>
          <a:stretch/>
        </p:blipFill>
        <p:spPr>
          <a:xfrm>
            <a:off x="2316480" y="2277308"/>
            <a:ext cx="4882402" cy="2453880"/>
          </a:xfrm>
          <a:prstGeom prst="rect">
            <a:avLst/>
          </a:prstGeom>
        </p:spPr>
      </p:pic>
      <p:pic>
        <p:nvPicPr>
          <p:cNvPr id="26" name="Image 25" descr="Une image contenant personne, Visage humain, sourire, Menton&#10;&#10;Description générée automatiquement">
            <a:extLst>
              <a:ext uri="{FF2B5EF4-FFF2-40B4-BE49-F238E27FC236}">
                <a16:creationId xmlns:a16="http://schemas.microsoft.com/office/drawing/2014/main" id="{0B799EA7-D0F5-ADCF-A266-256A87D2A3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693" y="5292197"/>
            <a:ext cx="1220788" cy="1444200"/>
          </a:xfrm>
          <a:prstGeom prst="rect">
            <a:avLst/>
          </a:prstGeom>
        </p:spPr>
      </p:pic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C319253B-F2BE-9A5E-2CE1-971564FEFE69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5770087" y="4021198"/>
            <a:ext cx="0" cy="1270999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 : en arc 34">
            <a:extLst>
              <a:ext uri="{FF2B5EF4-FFF2-40B4-BE49-F238E27FC236}">
                <a16:creationId xmlns:a16="http://schemas.microsoft.com/office/drawing/2014/main" id="{CEF7BCF0-2971-E39A-C626-2634AB4203BA}"/>
              </a:ext>
            </a:extLst>
          </p:cNvPr>
          <p:cNvCxnSpPr>
            <a:stCxn id="3" idx="0"/>
            <a:endCxn id="2" idx="0"/>
          </p:cNvCxnSpPr>
          <p:nvPr/>
        </p:nvCxnSpPr>
        <p:spPr>
          <a:xfrm rot="5400000" flipH="1" flipV="1">
            <a:off x="2602004" y="590897"/>
            <a:ext cx="469266" cy="3842088"/>
          </a:xfrm>
          <a:prstGeom prst="curvedConnector3">
            <a:avLst>
              <a:gd name="adj1" fmla="val 148714"/>
            </a:avLst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rc 35">
            <a:extLst>
              <a:ext uri="{FF2B5EF4-FFF2-40B4-BE49-F238E27FC236}">
                <a16:creationId xmlns:a16="http://schemas.microsoft.com/office/drawing/2014/main" id="{CB9A2A29-3349-44E8-C678-07B26ED62FA1}"/>
              </a:ext>
            </a:extLst>
          </p:cNvPr>
          <p:cNvCxnSpPr>
            <a:cxnSpLocks/>
            <a:stCxn id="2" idx="2"/>
            <a:endCxn id="3" idx="2"/>
          </p:cNvCxnSpPr>
          <p:nvPr/>
        </p:nvCxnSpPr>
        <p:spPr>
          <a:xfrm rot="5400000" flipH="1">
            <a:off x="2602004" y="2575511"/>
            <a:ext cx="469266" cy="3842088"/>
          </a:xfrm>
          <a:prstGeom prst="curvedConnector3">
            <a:avLst>
              <a:gd name="adj1" fmla="val -48714"/>
            </a:avLst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0344344F-7ADE-08C3-4CA0-5806D60EE8B4}"/>
              </a:ext>
            </a:extLst>
          </p:cNvPr>
          <p:cNvSpPr txBox="1"/>
          <p:nvPr/>
        </p:nvSpPr>
        <p:spPr>
          <a:xfrm>
            <a:off x="7720329" y="2830283"/>
            <a:ext cx="175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Génère le script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09A7048E-531D-B56C-9E66-9AEE5007FF47}"/>
              </a:ext>
            </a:extLst>
          </p:cNvPr>
          <p:cNvSpPr txBox="1"/>
          <p:nvPr/>
        </p:nvSpPr>
        <p:spPr>
          <a:xfrm>
            <a:off x="6069924" y="4586407"/>
            <a:ext cx="216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Input de l’utilisateur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BB899EA-9B70-9B03-8C3E-02C3097CEC9A}"/>
              </a:ext>
            </a:extLst>
          </p:cNvPr>
          <p:cNvSpPr txBox="1"/>
          <p:nvPr/>
        </p:nvSpPr>
        <p:spPr>
          <a:xfrm>
            <a:off x="1957197" y="1492327"/>
            <a:ext cx="351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Envoie le résultat de la génération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592FA34-6577-C9C4-380D-BDE367932353}"/>
              </a:ext>
            </a:extLst>
          </p:cNvPr>
          <p:cNvSpPr txBox="1"/>
          <p:nvPr/>
        </p:nvSpPr>
        <p:spPr>
          <a:xfrm>
            <a:off x="1957197" y="5107531"/>
            <a:ext cx="2831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Envoie la prompt au model</a:t>
            </a:r>
          </a:p>
        </p:txBody>
      </p:sp>
    </p:spTree>
    <p:extLst>
      <p:ext uri="{BB962C8B-B14F-4D97-AF65-F5344CB8AC3E}">
        <p14:creationId xmlns:p14="http://schemas.microsoft.com/office/powerpoint/2010/main" val="400044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B142-B91C-AD36-5724-2FEE884A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D30E7D91-821E-0AB8-24B7-0806F07DF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4AABF76-5A6B-4256-41D5-CFBEC5CCA865}"/>
              </a:ext>
            </a:extLst>
          </p:cNvPr>
          <p:cNvSpPr txBox="1"/>
          <p:nvPr/>
        </p:nvSpPr>
        <p:spPr>
          <a:xfrm>
            <a:off x="4325455" y="0"/>
            <a:ext cx="3541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ARCHITECTURE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06D8B5D-CC3F-4AC9-15E2-79585EADEA42}"/>
              </a:ext>
            </a:extLst>
          </p:cNvPr>
          <p:cNvSpPr txBox="1"/>
          <p:nvPr/>
        </p:nvSpPr>
        <p:spPr>
          <a:xfrm>
            <a:off x="9306260" y="3424270"/>
            <a:ext cx="1874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Main</a:t>
            </a:r>
            <a:endParaRPr lang="fr-FR" sz="1100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9B6B3232-ACF7-13AC-539A-B5A74171D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921494"/>
              </p:ext>
            </p:extLst>
          </p:nvPr>
        </p:nvGraphicFramePr>
        <p:xfrm>
          <a:off x="219456" y="1506050"/>
          <a:ext cx="11603736" cy="183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732">
                  <a:extLst>
                    <a:ext uri="{9D8B030D-6E8A-4147-A177-3AD203B41FA5}">
                      <a16:colId xmlns:a16="http://schemas.microsoft.com/office/drawing/2014/main" val="1578713209"/>
                    </a:ext>
                  </a:extLst>
                </a:gridCol>
                <a:gridCol w="2043404">
                  <a:extLst>
                    <a:ext uri="{9D8B030D-6E8A-4147-A177-3AD203B41FA5}">
                      <a16:colId xmlns:a16="http://schemas.microsoft.com/office/drawing/2014/main" val="2738199907"/>
                    </a:ext>
                  </a:extLst>
                </a:gridCol>
                <a:gridCol w="1978090">
                  <a:extLst>
                    <a:ext uri="{9D8B030D-6E8A-4147-A177-3AD203B41FA5}">
                      <a16:colId xmlns:a16="http://schemas.microsoft.com/office/drawing/2014/main" val="4232706233"/>
                    </a:ext>
                  </a:extLst>
                </a:gridCol>
                <a:gridCol w="2291598">
                  <a:extLst>
                    <a:ext uri="{9D8B030D-6E8A-4147-A177-3AD203B41FA5}">
                      <a16:colId xmlns:a16="http://schemas.microsoft.com/office/drawing/2014/main" val="336629522"/>
                    </a:ext>
                  </a:extLst>
                </a:gridCol>
                <a:gridCol w="1933956">
                  <a:extLst>
                    <a:ext uri="{9D8B030D-6E8A-4147-A177-3AD203B41FA5}">
                      <a16:colId xmlns:a16="http://schemas.microsoft.com/office/drawing/2014/main" val="1930784293"/>
                    </a:ext>
                  </a:extLst>
                </a:gridCol>
                <a:gridCol w="1933956">
                  <a:extLst>
                    <a:ext uri="{9D8B030D-6E8A-4147-A177-3AD203B41FA5}">
                      <a16:colId xmlns:a16="http://schemas.microsoft.com/office/drawing/2014/main" val="2636320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Classe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DialogObject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SceneEditWindow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ModelHandler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FileWriter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25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Rôle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Gérer les autres entités et générer le résultat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les Personnages et leurs dialogues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Fenêtre de caractéristique des personnages (Dialogue/Nom/Choix/Image)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S’occupe de la gestion des modèles d’IA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Facilite la création du fichier script </a:t>
                      </a:r>
                      <a:r>
                        <a:rPr lang="fr-FR" dirty="0" err="1"/>
                        <a:t>Renpy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209679"/>
                  </a:ext>
                </a:extLst>
              </a:tr>
            </a:tbl>
          </a:graphicData>
        </a:graphic>
      </p:graphicFrame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B4D6542-DFFD-5F22-5688-84FAE67A4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585610"/>
              </p:ext>
            </p:extLst>
          </p:nvPr>
        </p:nvGraphicFramePr>
        <p:xfrm>
          <a:off x="219456" y="4409864"/>
          <a:ext cx="11603736" cy="183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4183">
                  <a:extLst>
                    <a:ext uri="{9D8B030D-6E8A-4147-A177-3AD203B41FA5}">
                      <a16:colId xmlns:a16="http://schemas.microsoft.com/office/drawing/2014/main" val="892991406"/>
                    </a:ext>
                  </a:extLst>
                </a:gridCol>
                <a:gridCol w="1839478">
                  <a:extLst>
                    <a:ext uri="{9D8B030D-6E8A-4147-A177-3AD203B41FA5}">
                      <a16:colId xmlns:a16="http://schemas.microsoft.com/office/drawing/2014/main" val="2738199907"/>
                    </a:ext>
                  </a:extLst>
                </a:gridCol>
                <a:gridCol w="2852526">
                  <a:extLst>
                    <a:ext uri="{9D8B030D-6E8A-4147-A177-3AD203B41FA5}">
                      <a16:colId xmlns:a16="http://schemas.microsoft.com/office/drawing/2014/main" val="4232706233"/>
                    </a:ext>
                  </a:extLst>
                </a:gridCol>
                <a:gridCol w="1332956">
                  <a:extLst>
                    <a:ext uri="{9D8B030D-6E8A-4147-A177-3AD203B41FA5}">
                      <a16:colId xmlns:a16="http://schemas.microsoft.com/office/drawing/2014/main" val="336629522"/>
                    </a:ext>
                  </a:extLst>
                </a:gridCol>
                <a:gridCol w="1839478">
                  <a:extLst>
                    <a:ext uri="{9D8B030D-6E8A-4147-A177-3AD203B41FA5}">
                      <a16:colId xmlns:a16="http://schemas.microsoft.com/office/drawing/2014/main" val="1930784293"/>
                    </a:ext>
                  </a:extLst>
                </a:gridCol>
                <a:gridCol w="2815115">
                  <a:extLst>
                    <a:ext uri="{9D8B030D-6E8A-4147-A177-3AD203B41FA5}">
                      <a16:colId xmlns:a16="http://schemas.microsoft.com/office/drawing/2014/main" val="2636320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Classe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dialog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object_to_script_converter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choice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labelobject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dialogmenu</a:t>
                      </a:r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25394"/>
                  </a:ext>
                </a:extLst>
              </a:tr>
              <a:tr h="443144">
                <a:tc>
                  <a:txBody>
                    <a:bodyPr/>
                    <a:lstStyle/>
                    <a:p>
                      <a:r>
                        <a:rPr lang="fr-FR" dirty="0"/>
                        <a:t>Rôle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Gestion du dialogue du personnage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le script a partir de toutes les autres options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Gestion des choix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Génére</a:t>
                      </a:r>
                      <a:r>
                        <a:rPr lang="fr-FR" dirty="0"/>
                        <a:t> un label </a:t>
                      </a:r>
                      <a:r>
                        <a:rPr lang="fr-FR" dirty="0" err="1"/>
                        <a:t>Renpy</a:t>
                      </a:r>
                      <a:r>
                        <a:rPr lang="fr-FR" dirty="0"/>
                        <a:t> (utilisé pour les </a:t>
                      </a:r>
                      <a:r>
                        <a:rPr lang="fr-FR" dirty="0" err="1"/>
                        <a:t>choix+début</a:t>
                      </a:r>
                      <a:r>
                        <a:rPr lang="fr-FR" dirty="0"/>
                        <a:t> du jeu)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Créer le menu de dialogue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209679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3D4E4356-E144-D684-1BC6-237909C1D8B0}"/>
              </a:ext>
            </a:extLst>
          </p:cNvPr>
          <p:cNvSpPr txBox="1"/>
          <p:nvPr/>
        </p:nvSpPr>
        <p:spPr>
          <a:xfrm>
            <a:off x="1243584" y="6419088"/>
            <a:ext cx="1024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Les classes </a:t>
            </a:r>
            <a:r>
              <a:rPr lang="fr-FR" dirty="0" err="1">
                <a:solidFill>
                  <a:schemeClr val="bg1"/>
                </a:solidFill>
              </a:rPr>
              <a:t>ModelObserver</a:t>
            </a:r>
            <a:r>
              <a:rPr lang="fr-FR" dirty="0">
                <a:solidFill>
                  <a:schemeClr val="bg1"/>
                </a:solidFill>
              </a:rPr>
              <a:t> et </a:t>
            </a:r>
            <a:r>
              <a:rPr lang="fr-FR" dirty="0" err="1">
                <a:solidFill>
                  <a:schemeClr val="bg1"/>
                </a:solidFill>
              </a:rPr>
              <a:t>ModelController</a:t>
            </a:r>
            <a:r>
              <a:rPr lang="fr-FR" dirty="0">
                <a:solidFill>
                  <a:schemeClr val="bg1"/>
                </a:solidFill>
              </a:rPr>
              <a:t> ne sont pas inclus car leurs rôles sont explicites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FB4D7A8-13CA-3ADA-ADB3-434B97CE3C78}"/>
              </a:ext>
            </a:extLst>
          </p:cNvPr>
          <p:cNvSpPr txBox="1"/>
          <p:nvPr/>
        </p:nvSpPr>
        <p:spPr>
          <a:xfrm>
            <a:off x="4325455" y="3948199"/>
            <a:ext cx="2423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solidFill>
                  <a:schemeClr val="bg1"/>
                </a:solidFill>
              </a:rPr>
              <a:t>renpy_converter</a:t>
            </a:r>
            <a:endParaRPr lang="fr-F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081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41748-FC8A-E59B-8268-6F481910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6F05D6B5-C237-70A3-90DA-BF87ADA66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185D39C-A899-06E0-7190-545BB5AC0EC5}"/>
              </a:ext>
            </a:extLst>
          </p:cNvPr>
          <p:cNvSpPr txBox="1"/>
          <p:nvPr/>
        </p:nvSpPr>
        <p:spPr>
          <a:xfrm>
            <a:off x="4325455" y="0"/>
            <a:ext cx="3541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ARCHITECTURE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C5FD6F0-628F-E1EB-6AA8-C208AD4B5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278" y="976745"/>
            <a:ext cx="9513442" cy="579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63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FC7B-2024-CC9A-7216-2BA1DA79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E77AAA23-CB75-87A3-E90D-20F5ADC75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4842CBE-CD78-024C-0D8D-C4381FBA161B}"/>
              </a:ext>
            </a:extLst>
          </p:cNvPr>
          <p:cNvSpPr txBox="1"/>
          <p:nvPr/>
        </p:nvSpPr>
        <p:spPr>
          <a:xfrm>
            <a:off x="4325455" y="0"/>
            <a:ext cx="3541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ARCHITECTURE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5798957-EDBC-7FB9-9222-5EBA22A6A1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1" t="30620" r="71499" b="26955"/>
          <a:stretch/>
        </p:blipFill>
        <p:spPr>
          <a:xfrm>
            <a:off x="3847384" y="1327292"/>
            <a:ext cx="3899138" cy="528155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114D790-94F8-1469-219E-249241563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382" y="1259691"/>
            <a:ext cx="4019161" cy="5349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7346F5-E17A-0B6E-98B7-9660AF4B85C2}"/>
              </a:ext>
            </a:extLst>
          </p:cNvPr>
          <p:cNvSpPr/>
          <p:nvPr/>
        </p:nvSpPr>
        <p:spPr>
          <a:xfrm>
            <a:off x="10004930" y="2533871"/>
            <a:ext cx="1459575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ModelObserver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EA5460-D165-EF6D-C1DC-72044BC82138}"/>
              </a:ext>
            </a:extLst>
          </p:cNvPr>
          <p:cNvSpPr/>
          <p:nvPr/>
        </p:nvSpPr>
        <p:spPr>
          <a:xfrm>
            <a:off x="8760662" y="673150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DialogObject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BC0588-E194-6F89-B46D-C3000F718AB3}"/>
              </a:ext>
            </a:extLst>
          </p:cNvPr>
          <p:cNvSpPr/>
          <p:nvPr/>
        </p:nvSpPr>
        <p:spPr>
          <a:xfrm>
            <a:off x="8185987" y="3768046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FileWriter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238B11-D6F8-86DD-C2DF-79C3E8A7151B}"/>
              </a:ext>
            </a:extLst>
          </p:cNvPr>
          <p:cNvSpPr/>
          <p:nvPr/>
        </p:nvSpPr>
        <p:spPr>
          <a:xfrm>
            <a:off x="8070549" y="6322127"/>
            <a:ext cx="2099994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object_to_script_converter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65428C-69B1-B8F6-D4FE-CB44A51F5427}"/>
              </a:ext>
            </a:extLst>
          </p:cNvPr>
          <p:cNvSpPr/>
          <p:nvPr/>
        </p:nvSpPr>
        <p:spPr>
          <a:xfrm>
            <a:off x="6293507" y="945255"/>
            <a:ext cx="573119" cy="255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ysClr val="windowText" lastClr="000000"/>
                </a:solidFill>
              </a:rPr>
              <a:t>main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742A5102-87B8-E0B5-54EF-87859CF227D0}"/>
              </a:ext>
            </a:extLst>
          </p:cNvPr>
          <p:cNvCxnSpPr>
            <a:cxnSpLocks/>
          </p:cNvCxnSpPr>
          <p:nvPr/>
        </p:nvCxnSpPr>
        <p:spPr>
          <a:xfrm>
            <a:off x="7866543" y="976745"/>
            <a:ext cx="2868174" cy="15571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F0BD721-863C-9B38-0C2E-D3BBB26BFE61}"/>
              </a:ext>
            </a:extLst>
          </p:cNvPr>
          <p:cNvCxnSpPr>
            <a:cxnSpLocks/>
          </p:cNvCxnSpPr>
          <p:nvPr/>
        </p:nvCxnSpPr>
        <p:spPr>
          <a:xfrm flipV="1">
            <a:off x="6944264" y="750498"/>
            <a:ext cx="802258" cy="509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474D99A-8E51-2DE2-308D-D3131915A233}"/>
              </a:ext>
            </a:extLst>
          </p:cNvPr>
          <p:cNvCxnSpPr>
            <a:cxnSpLocks/>
          </p:cNvCxnSpPr>
          <p:nvPr/>
        </p:nvCxnSpPr>
        <p:spPr>
          <a:xfrm flipV="1">
            <a:off x="7375525" y="976745"/>
            <a:ext cx="505241" cy="28294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8837CBFF-3448-7338-8459-18B1AF6DD78E}"/>
              </a:ext>
            </a:extLst>
          </p:cNvPr>
          <p:cNvCxnSpPr>
            <a:endCxn id="10" idx="1"/>
          </p:cNvCxnSpPr>
          <p:nvPr/>
        </p:nvCxnSpPr>
        <p:spPr>
          <a:xfrm>
            <a:off x="7746522" y="750498"/>
            <a:ext cx="1014140" cy="1226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5C0DA882-31CC-9E7B-066E-9C030506069D}"/>
              </a:ext>
            </a:extLst>
          </p:cNvPr>
          <p:cNvCxnSpPr/>
          <p:nvPr/>
        </p:nvCxnSpPr>
        <p:spPr>
          <a:xfrm flipV="1">
            <a:off x="5120640" y="750498"/>
            <a:ext cx="1356360" cy="5091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1BD0E1A8-4908-C6D9-6D7D-A74085A41B85}"/>
              </a:ext>
            </a:extLst>
          </p:cNvPr>
          <p:cNvCxnSpPr/>
          <p:nvPr/>
        </p:nvCxnSpPr>
        <p:spPr>
          <a:xfrm flipV="1">
            <a:off x="4716780" y="646331"/>
            <a:ext cx="1828800" cy="6133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9C76F49-6D26-3766-CF14-84EAAD5795D7}"/>
              </a:ext>
            </a:extLst>
          </p:cNvPr>
          <p:cNvCxnSpPr/>
          <p:nvPr/>
        </p:nvCxnSpPr>
        <p:spPr>
          <a:xfrm>
            <a:off x="6537960" y="646331"/>
            <a:ext cx="1208562" cy="1041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0F036367-3054-AD50-1215-9C5A79D027C1}"/>
              </a:ext>
            </a:extLst>
          </p:cNvPr>
          <p:cNvCxnSpPr/>
          <p:nvPr/>
        </p:nvCxnSpPr>
        <p:spPr>
          <a:xfrm>
            <a:off x="6477000" y="750498"/>
            <a:ext cx="1403766" cy="2262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102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066C-B01D-F5DA-54B7-80FF9595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7DA490F7-C57E-5F38-B5A6-88EA8F920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C7ECBE1-CA6B-93EC-5DBB-DE5D84E16B17}"/>
              </a:ext>
            </a:extLst>
          </p:cNvPr>
          <p:cNvSpPr txBox="1"/>
          <p:nvPr/>
        </p:nvSpPr>
        <p:spPr>
          <a:xfrm>
            <a:off x="4325455" y="0"/>
            <a:ext cx="3541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ARCHITECTURE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8E38D26-A71D-E906-7A35-2D2EDB4EB1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90" t="47835" r="53056" b="42473"/>
          <a:stretch/>
        </p:blipFill>
        <p:spPr>
          <a:xfrm>
            <a:off x="3398605" y="2114771"/>
            <a:ext cx="5394787" cy="281141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3E780DA-81AC-86E5-ECB8-CC0EAEE81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5305" y="2114771"/>
            <a:ext cx="5781385" cy="28114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E544D3-3EAD-E41D-4BFB-F113EF4E1C40}"/>
              </a:ext>
            </a:extLst>
          </p:cNvPr>
          <p:cNvSpPr/>
          <p:nvPr/>
        </p:nvSpPr>
        <p:spPr>
          <a:xfrm>
            <a:off x="1862657" y="3320452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ysClr val="windowText" lastClr="000000"/>
                </a:solidFill>
              </a:rPr>
              <a:t>Gui</a:t>
            </a:r>
            <a:endParaRPr lang="fr-FR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592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7AC7-D5BE-61AE-33A5-621D66A10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0C37585E-2A2F-F343-8D37-5A95BC324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165FB78-4468-BF74-DAB4-12B87C3C9ACA}"/>
              </a:ext>
            </a:extLst>
          </p:cNvPr>
          <p:cNvSpPr txBox="1"/>
          <p:nvPr/>
        </p:nvSpPr>
        <p:spPr>
          <a:xfrm>
            <a:off x="4325455" y="0"/>
            <a:ext cx="3541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ARCHITECTURE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7DD6C7B-9442-A238-DF73-827CC60DF9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417" r="26727" b="79346"/>
          <a:stretch/>
        </p:blipFill>
        <p:spPr>
          <a:xfrm>
            <a:off x="3681623" y="1973032"/>
            <a:ext cx="4979298" cy="47213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4F7C53-A67D-1212-F89E-7FF57980B65A}"/>
              </a:ext>
            </a:extLst>
          </p:cNvPr>
          <p:cNvSpPr/>
          <p:nvPr/>
        </p:nvSpPr>
        <p:spPr>
          <a:xfrm>
            <a:off x="4325455" y="751183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DialogObject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D105A3-6BF2-C09F-3518-FD90FD53145A}"/>
              </a:ext>
            </a:extLst>
          </p:cNvPr>
          <p:cNvSpPr/>
          <p:nvPr/>
        </p:nvSpPr>
        <p:spPr>
          <a:xfrm>
            <a:off x="7142673" y="751183"/>
            <a:ext cx="1231838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ModelHandler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D04080A-D276-8F9E-8F03-865CF87F4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623" y="1346464"/>
            <a:ext cx="4979298" cy="53572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BC7D28-273E-E8A6-6DC4-CCE1854B414A}"/>
              </a:ext>
            </a:extLst>
          </p:cNvPr>
          <p:cNvSpPr/>
          <p:nvPr/>
        </p:nvSpPr>
        <p:spPr>
          <a:xfrm>
            <a:off x="5516083" y="751183"/>
            <a:ext cx="655189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ysClr val="windowText" lastClr="000000"/>
                </a:solidFill>
              </a:rPr>
              <a:t>Main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76A6B583-D09D-6AEB-02A7-2DE460E328C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6545711" y="951208"/>
            <a:ext cx="596962" cy="3952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E800741-92D5-062C-7FA4-103CDB03C9CF}"/>
              </a:ext>
            </a:extLst>
          </p:cNvPr>
          <p:cNvCxnSpPr>
            <a:cxnSpLocks/>
          </p:cNvCxnSpPr>
          <p:nvPr/>
        </p:nvCxnSpPr>
        <p:spPr>
          <a:xfrm flipH="1" flipV="1">
            <a:off x="5474805" y="1148836"/>
            <a:ext cx="892314" cy="1878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973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D2FC8-1BB6-2720-0B76-838D9AF1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01231B8C-B475-3C1E-7A66-93E98F4AC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5205C4B-C78D-F977-573B-1FA6B622A3A2}"/>
              </a:ext>
            </a:extLst>
          </p:cNvPr>
          <p:cNvSpPr txBox="1"/>
          <p:nvPr/>
        </p:nvSpPr>
        <p:spPr>
          <a:xfrm>
            <a:off x="4325455" y="0"/>
            <a:ext cx="3541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ARCHITECTURE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402B74-9712-7595-0AF3-EF0BB9C42F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472" t="23414" r="37468" b="60929"/>
          <a:stretch/>
        </p:blipFill>
        <p:spPr>
          <a:xfrm>
            <a:off x="2305966" y="2320195"/>
            <a:ext cx="3323120" cy="314926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4A9F616-256A-76A2-46E9-A6C80D924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475" y="323165"/>
            <a:ext cx="1953212" cy="55816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2EEA91-5A1C-00B2-30B3-CEDD5C729BC4}"/>
              </a:ext>
            </a:extLst>
          </p:cNvPr>
          <p:cNvSpPr/>
          <p:nvPr/>
        </p:nvSpPr>
        <p:spPr>
          <a:xfrm>
            <a:off x="6819719" y="6201358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choice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9A66D3-88C2-2824-BCD5-888E0944E84A}"/>
              </a:ext>
            </a:extLst>
          </p:cNvPr>
          <p:cNvSpPr/>
          <p:nvPr/>
        </p:nvSpPr>
        <p:spPr>
          <a:xfrm>
            <a:off x="8475990" y="6201358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ysClr val="windowText" lastClr="000000"/>
                </a:solidFill>
              </a:rPr>
              <a:t>dialogmenu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481511-8EFE-8A31-6C93-2774D64C747B}"/>
              </a:ext>
            </a:extLst>
          </p:cNvPr>
          <p:cNvSpPr/>
          <p:nvPr/>
        </p:nvSpPr>
        <p:spPr>
          <a:xfrm>
            <a:off x="10132261" y="6201358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labelobject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D594488-BCFD-9734-8FBB-7D9E2DB8C4F9}"/>
              </a:ext>
            </a:extLst>
          </p:cNvPr>
          <p:cNvSpPr txBox="1"/>
          <p:nvPr/>
        </p:nvSpPr>
        <p:spPr>
          <a:xfrm>
            <a:off x="8656610" y="5924359"/>
            <a:ext cx="128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&lt;&lt;use&gt;&gt;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E1256BD-DB1D-E329-BE4C-1FE4FC5608B4}"/>
              </a:ext>
            </a:extLst>
          </p:cNvPr>
          <p:cNvSpPr txBox="1"/>
          <p:nvPr/>
        </p:nvSpPr>
        <p:spPr>
          <a:xfrm>
            <a:off x="7027504" y="5924359"/>
            <a:ext cx="128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&lt;&lt;use&gt;&gt;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5125BE9-AAAF-C4EE-89AD-E3D40F70233B}"/>
              </a:ext>
            </a:extLst>
          </p:cNvPr>
          <p:cNvSpPr txBox="1"/>
          <p:nvPr/>
        </p:nvSpPr>
        <p:spPr>
          <a:xfrm>
            <a:off x="10364640" y="5924359"/>
            <a:ext cx="128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&lt;&lt;use&gt;&gt;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D51D60-4FAA-2422-78EF-F33EAA6739F0}"/>
              </a:ext>
            </a:extLst>
          </p:cNvPr>
          <p:cNvSpPr/>
          <p:nvPr/>
        </p:nvSpPr>
        <p:spPr>
          <a:xfrm>
            <a:off x="729470" y="2500625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ysClr val="windowText" lastClr="000000"/>
                </a:solidFill>
              </a:rPr>
              <a:t>Gui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F7A1E4-7DE9-6745-AFAD-9B3F79B710BA}"/>
              </a:ext>
            </a:extLst>
          </p:cNvPr>
          <p:cNvSpPr/>
          <p:nvPr/>
        </p:nvSpPr>
        <p:spPr>
          <a:xfrm>
            <a:off x="108756" y="4224530"/>
            <a:ext cx="151873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SceneEditWindow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7D07764-8104-134B-BB9C-C3B815251329}"/>
              </a:ext>
            </a:extLst>
          </p:cNvPr>
          <p:cNvCxnSpPr/>
          <p:nvPr/>
        </p:nvCxnSpPr>
        <p:spPr>
          <a:xfrm>
            <a:off x="1940943" y="2720245"/>
            <a:ext cx="295808" cy="2462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B9438B27-71BC-4D14-7D87-E4C4958D4A28}"/>
              </a:ext>
            </a:extLst>
          </p:cNvPr>
          <p:cNvSpPr txBox="1"/>
          <p:nvPr/>
        </p:nvSpPr>
        <p:spPr>
          <a:xfrm>
            <a:off x="795372" y="3704241"/>
            <a:ext cx="128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&lt;&lt;use&gt;&gt;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D72BB90-C8B7-4EFF-E29D-AD6BCD308502}"/>
              </a:ext>
            </a:extLst>
          </p:cNvPr>
          <p:cNvCxnSpPr>
            <a:cxnSpLocks/>
          </p:cNvCxnSpPr>
          <p:nvPr/>
        </p:nvCxnSpPr>
        <p:spPr>
          <a:xfrm flipH="1">
            <a:off x="1095555" y="3240009"/>
            <a:ext cx="1177160" cy="92846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1E89510-4CCD-ABC5-A2E0-D72CB1D8DC17}"/>
              </a:ext>
            </a:extLst>
          </p:cNvPr>
          <p:cNvSpPr/>
          <p:nvPr/>
        </p:nvSpPr>
        <p:spPr>
          <a:xfrm>
            <a:off x="4489180" y="1790384"/>
            <a:ext cx="1456267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ModelController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0CE2158-07C7-DBA6-467B-5653CA2A3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4091" y="2320195"/>
            <a:ext cx="743054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972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F62B-8A7F-07A0-C416-EEDD65E5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FB741964-82E7-C87B-D7C9-CBFD086D9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4FDC6FD-A183-B07E-DA35-0029CD7073F3}"/>
              </a:ext>
            </a:extLst>
          </p:cNvPr>
          <p:cNvSpPr txBox="1"/>
          <p:nvPr/>
        </p:nvSpPr>
        <p:spPr>
          <a:xfrm>
            <a:off x="4325455" y="0"/>
            <a:ext cx="3541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ARCHITECTURE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41A18E6-B2E0-499E-003D-27E41C94F5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091" t="36485" r="768" b="31188"/>
          <a:stretch/>
        </p:blipFill>
        <p:spPr>
          <a:xfrm>
            <a:off x="2415396" y="1370411"/>
            <a:ext cx="6674960" cy="529575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8FC285D-D99C-1AD3-59DA-47E9BFC74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5396" y="1370411"/>
            <a:ext cx="7177675" cy="52957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3C3349-A78D-112B-F492-D110E3F6F0AE}"/>
              </a:ext>
            </a:extLst>
          </p:cNvPr>
          <p:cNvSpPr/>
          <p:nvPr/>
        </p:nvSpPr>
        <p:spPr>
          <a:xfrm>
            <a:off x="2696292" y="808346"/>
            <a:ext cx="1384002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ModelController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9D4574FF-CA74-FECE-2100-3C1237F9D15D}"/>
              </a:ext>
            </a:extLst>
          </p:cNvPr>
          <p:cNvCxnSpPr>
            <a:cxnSpLocks/>
          </p:cNvCxnSpPr>
          <p:nvPr/>
        </p:nvCxnSpPr>
        <p:spPr>
          <a:xfrm flipV="1">
            <a:off x="8585430" y="808346"/>
            <a:ext cx="504925" cy="5620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2F15F525-0BDA-C026-2AFB-0B02A0511ED0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9090356" y="808346"/>
            <a:ext cx="1731678" cy="51352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EDB27A7-3F2F-E096-322C-93204C14CBD8}"/>
              </a:ext>
            </a:extLst>
          </p:cNvPr>
          <p:cNvSpPr/>
          <p:nvPr/>
        </p:nvSpPr>
        <p:spPr>
          <a:xfrm>
            <a:off x="9931514" y="1321869"/>
            <a:ext cx="1781040" cy="2456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Gui+SceneEditWindow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E4FB3FD-3E25-D832-DE90-D3045133B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5395" y="1370411"/>
            <a:ext cx="7177676" cy="5247829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141392D-145D-EAEC-E3B5-8D907122C201}"/>
              </a:ext>
            </a:extLst>
          </p:cNvPr>
          <p:cNvCxnSpPr>
            <a:cxnSpLocks/>
          </p:cNvCxnSpPr>
          <p:nvPr/>
        </p:nvCxnSpPr>
        <p:spPr>
          <a:xfrm flipV="1">
            <a:off x="5397791" y="1062899"/>
            <a:ext cx="1317497" cy="3668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94C5D3F-C9C8-E8DD-6B4A-118C0F2AAAE1}"/>
              </a:ext>
            </a:extLst>
          </p:cNvPr>
          <p:cNvCxnSpPr>
            <a:cxnSpLocks/>
          </p:cNvCxnSpPr>
          <p:nvPr/>
        </p:nvCxnSpPr>
        <p:spPr>
          <a:xfrm>
            <a:off x="6684531" y="1065107"/>
            <a:ext cx="1900898" cy="3053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2B3D433-4DDB-268B-EE07-71E9DDDB5160}"/>
              </a:ext>
            </a:extLst>
          </p:cNvPr>
          <p:cNvSpPr/>
          <p:nvPr/>
        </p:nvSpPr>
        <p:spPr>
          <a:xfrm>
            <a:off x="4814389" y="930146"/>
            <a:ext cx="603305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ysClr val="windowText" lastClr="000000"/>
                </a:solidFill>
              </a:rPr>
              <a:t>Main</a:t>
            </a:r>
            <a:endParaRPr lang="fr-FR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21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274B-7310-8590-130C-44F08FAD0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C90E831-2717-D478-41F7-692F0F215A3D}"/>
              </a:ext>
            </a:extLst>
          </p:cNvPr>
          <p:cNvSpPr/>
          <p:nvPr/>
        </p:nvSpPr>
        <p:spPr>
          <a:xfrm>
            <a:off x="4325455" y="1228120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DialogObject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1963AAEF-BA85-A2C6-01F7-57CD75A73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DE801A4-7241-5719-48FA-337B1BE4DC29}"/>
              </a:ext>
            </a:extLst>
          </p:cNvPr>
          <p:cNvSpPr txBox="1"/>
          <p:nvPr/>
        </p:nvSpPr>
        <p:spPr>
          <a:xfrm>
            <a:off x="4325455" y="0"/>
            <a:ext cx="3541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ARCHITECTURE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382037-1165-46D3-98D9-5FFE1764AC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751" t="82686" r="18041" b="921"/>
          <a:stretch/>
        </p:blipFill>
        <p:spPr>
          <a:xfrm>
            <a:off x="547486" y="2788475"/>
            <a:ext cx="10312401" cy="29515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581DB8E-03BC-9053-AD0C-BBF94BF4AB81}"/>
              </a:ext>
            </a:extLst>
          </p:cNvPr>
          <p:cNvSpPr/>
          <p:nvPr/>
        </p:nvSpPr>
        <p:spPr>
          <a:xfrm>
            <a:off x="10789920" y="1428145"/>
            <a:ext cx="114935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ysClr val="windowText" lastClr="000000"/>
                </a:solidFill>
              </a:rPr>
              <a:t>Gui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EF2936E-6F6A-7E82-8FB3-F1FD97649DAF}"/>
              </a:ext>
            </a:extLst>
          </p:cNvPr>
          <p:cNvSpPr txBox="1"/>
          <p:nvPr/>
        </p:nvSpPr>
        <p:spPr>
          <a:xfrm>
            <a:off x="11001846" y="3933545"/>
            <a:ext cx="1285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&lt;&lt;use&gt;&gt;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1B994D7-1AF7-C763-3139-8CD97553B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85" y="2088261"/>
            <a:ext cx="10312401" cy="435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46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37993-AE93-9BBF-BB08-3FE70D2B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5E6F268-0A47-B953-FC30-7F6928C30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24" y="1513812"/>
            <a:ext cx="8144539" cy="4962622"/>
          </a:xfrm>
          <a:prstGeom prst="rect">
            <a:avLst/>
          </a:prstGeom>
        </p:spPr>
      </p:pic>
      <p:pic>
        <p:nvPicPr>
          <p:cNvPr id="5" name="Image 4" descr="Une image contenant Police, Graphique, graphisme, conception&#10;&#10;Description générée automatiquement">
            <a:extLst>
              <a:ext uri="{FF2B5EF4-FFF2-40B4-BE49-F238E27FC236}">
                <a16:creationId xmlns:a16="http://schemas.microsoft.com/office/drawing/2014/main" id="{302B4014-AA70-1978-21B0-F72E7486B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018" y="-140866"/>
            <a:ext cx="2426170" cy="111761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25B00F4-F8CE-0177-6467-CAE7E4DB2931}"/>
              </a:ext>
            </a:extLst>
          </p:cNvPr>
          <p:cNvSpPr txBox="1"/>
          <p:nvPr/>
        </p:nvSpPr>
        <p:spPr>
          <a:xfrm>
            <a:off x="3509886" y="0"/>
            <a:ext cx="5172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Khmer UI" panose="020B0502040204020203" pitchFamily="34" charset="0"/>
                <a:cs typeface="Khmer UI" panose="020B0502040204020203" pitchFamily="34" charset="0"/>
              </a:rPr>
              <a:t>CHOIX DE CONCEPTION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950E115-D9DD-1931-E953-A34E200728F6}"/>
              </a:ext>
            </a:extLst>
          </p:cNvPr>
          <p:cNvSpPr txBox="1"/>
          <p:nvPr/>
        </p:nvSpPr>
        <p:spPr>
          <a:xfrm>
            <a:off x="8682114" y="1513812"/>
            <a:ext cx="2518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3"/>
                </a:solidFill>
              </a:rPr>
              <a:t>MVC : </a:t>
            </a:r>
          </a:p>
          <a:p>
            <a:r>
              <a:rPr lang="fr-FR" dirty="0">
                <a:solidFill>
                  <a:schemeClr val="bg1"/>
                </a:solidFill>
              </a:rPr>
              <a:t>Package + Classe correspondante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14E24F1-0DB3-FCFF-A64E-7483166D0669}"/>
              </a:ext>
            </a:extLst>
          </p:cNvPr>
          <p:cNvSpPr/>
          <p:nvPr/>
        </p:nvSpPr>
        <p:spPr>
          <a:xfrm>
            <a:off x="6529621" y="2312778"/>
            <a:ext cx="362310" cy="70269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5600351-EB1F-49B5-0528-D187275BADF7}"/>
              </a:ext>
            </a:extLst>
          </p:cNvPr>
          <p:cNvSpPr/>
          <p:nvPr/>
        </p:nvSpPr>
        <p:spPr>
          <a:xfrm>
            <a:off x="1268722" y="1773957"/>
            <a:ext cx="362310" cy="70269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09805A5-1369-E020-1D17-2FAA31C1D5E7}"/>
              </a:ext>
            </a:extLst>
          </p:cNvPr>
          <p:cNvSpPr/>
          <p:nvPr/>
        </p:nvSpPr>
        <p:spPr>
          <a:xfrm>
            <a:off x="205824" y="2856657"/>
            <a:ext cx="251376" cy="145623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95435F9-9D70-5EB1-87C3-CC7595DCDDA8}"/>
              </a:ext>
            </a:extLst>
          </p:cNvPr>
          <p:cNvSpPr txBox="1"/>
          <p:nvPr/>
        </p:nvSpPr>
        <p:spPr>
          <a:xfrm>
            <a:off x="8682113" y="2856657"/>
            <a:ext cx="3571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5"/>
                </a:solidFill>
              </a:rPr>
              <a:t>Observer : </a:t>
            </a:r>
          </a:p>
          <a:p>
            <a:r>
              <a:rPr lang="fr-FR" dirty="0">
                <a:solidFill>
                  <a:schemeClr val="bg1"/>
                </a:solidFill>
              </a:rPr>
              <a:t>Interface </a:t>
            </a:r>
            <a:r>
              <a:rPr lang="fr-FR" dirty="0" err="1">
                <a:solidFill>
                  <a:schemeClr val="bg1"/>
                </a:solidFill>
              </a:rPr>
              <a:t>ModelObserver</a:t>
            </a:r>
            <a:r>
              <a:rPr lang="fr-FR" dirty="0">
                <a:solidFill>
                  <a:schemeClr val="bg1"/>
                </a:solidFill>
              </a:rPr>
              <a:t> , implémenté par les différents Gui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0D79A70-468D-253A-BA29-0B9D542A2A36}"/>
              </a:ext>
            </a:extLst>
          </p:cNvPr>
          <p:cNvSpPr/>
          <p:nvPr/>
        </p:nvSpPr>
        <p:spPr>
          <a:xfrm>
            <a:off x="4548485" y="3429000"/>
            <a:ext cx="613562" cy="278019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5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4769ADC-BADA-8963-A234-6FCAE9B37704}"/>
              </a:ext>
            </a:extLst>
          </p:cNvPr>
          <p:cNvSpPr txBox="1"/>
          <p:nvPr/>
        </p:nvSpPr>
        <p:spPr>
          <a:xfrm>
            <a:off x="8677428" y="4377783"/>
            <a:ext cx="3571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C000"/>
                </a:solidFill>
              </a:rPr>
              <a:t>Composite : </a:t>
            </a:r>
          </a:p>
          <a:p>
            <a:r>
              <a:rPr lang="fr-FR" dirty="0">
                <a:solidFill>
                  <a:schemeClr val="bg1"/>
                </a:solidFill>
              </a:rPr>
              <a:t>Classe </a:t>
            </a:r>
            <a:r>
              <a:rPr lang="fr-FR" dirty="0" err="1">
                <a:solidFill>
                  <a:schemeClr val="bg1"/>
                </a:solidFill>
              </a:rPr>
              <a:t>DialogObject</a:t>
            </a:r>
            <a:r>
              <a:rPr lang="fr-FR" dirty="0">
                <a:solidFill>
                  <a:schemeClr val="bg1"/>
                </a:solidFill>
              </a:rPr>
              <a:t>,</a:t>
            </a:r>
          </a:p>
          <a:p>
            <a:r>
              <a:rPr lang="fr-FR" dirty="0">
                <a:solidFill>
                  <a:schemeClr val="bg1"/>
                </a:solidFill>
              </a:rPr>
              <a:t>Des bulles correspondant a un personnage pouvant avoir un/des descendants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AC1A58F-886F-A8CC-5775-92EE9D65D55A}"/>
              </a:ext>
            </a:extLst>
          </p:cNvPr>
          <p:cNvSpPr/>
          <p:nvPr/>
        </p:nvSpPr>
        <p:spPr>
          <a:xfrm>
            <a:off x="5171887" y="1844226"/>
            <a:ext cx="924113" cy="326871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059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/>
      <p:bldP spid="13" grpId="0" animBg="1"/>
      <p:bldP spid="14" grpId="0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27E2-0890-0E19-73B9-544C2018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118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318</Words>
  <Application>Microsoft Office PowerPoint</Application>
  <PresentationFormat>Grand écran</PresentationFormat>
  <Paragraphs>98</Paragraphs>
  <Slides>15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-apple-system</vt:lpstr>
      <vt:lpstr>Aptos</vt:lpstr>
      <vt:lpstr>Aptos Display</vt:lpstr>
      <vt:lpstr>Arial</vt:lpstr>
      <vt:lpstr>Khmer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REUTENAUER</dc:creator>
  <cp:lastModifiedBy>Damien Brunstein</cp:lastModifiedBy>
  <cp:revision>9</cp:revision>
  <dcterms:created xsi:type="dcterms:W3CDTF">2025-01-10T16:12:41Z</dcterms:created>
  <dcterms:modified xsi:type="dcterms:W3CDTF">2025-01-15T11:17:32Z</dcterms:modified>
</cp:coreProperties>
</file>