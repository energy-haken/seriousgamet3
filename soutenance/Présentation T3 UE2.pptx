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626"/>
    <a:srgbClr val="0D0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C8F88-5C06-4DD6-B351-518AEF927734}" v="450" dt="2025-01-15T07:53:31.316"/>
    <p1510:client id="{D1367C3A-BFA6-4AA4-B103-47BDBF935938}" v="48" dt="2025-01-14T13:57:56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R" userId="b2ac1af611feb5aa" providerId="LiveId" clId="{D1367C3A-BFA6-4AA4-B103-47BDBF935938}"/>
    <pc:docChg chg="undo custSel addSld delSld modSld">
      <pc:chgData name="Nathan R" userId="b2ac1af611feb5aa" providerId="LiveId" clId="{D1367C3A-BFA6-4AA4-B103-47BDBF935938}" dt="2025-01-14T13:57:56.912" v="280"/>
      <pc:docMkLst>
        <pc:docMk/>
      </pc:docMkLst>
      <pc:sldChg chg="addSp modSp mod">
        <pc:chgData name="Nathan R" userId="b2ac1af611feb5aa" providerId="LiveId" clId="{D1367C3A-BFA6-4AA4-B103-47BDBF935938}" dt="2025-01-14T12:44:35.587" v="83" actId="20577"/>
        <pc:sldMkLst>
          <pc:docMk/>
          <pc:sldMk cId="127622862" sldId="257"/>
        </pc:sldMkLst>
        <pc:spChg chg="mod">
          <ac:chgData name="Nathan R" userId="b2ac1af611feb5aa" providerId="LiveId" clId="{D1367C3A-BFA6-4AA4-B103-47BDBF935938}" dt="2025-01-14T08:55:54.650" v="44"/>
          <ac:spMkLst>
            <pc:docMk/>
            <pc:sldMk cId="127622862" sldId="257"/>
            <ac:spMk id="3" creationId="{B4D1D432-7DB1-536D-A52E-D1BA28CE1F42}"/>
          </ac:spMkLst>
        </pc:spChg>
        <pc:spChg chg="mod">
          <ac:chgData name="Nathan R" userId="b2ac1af611feb5aa" providerId="LiveId" clId="{D1367C3A-BFA6-4AA4-B103-47BDBF935938}" dt="2025-01-14T08:55:20.881" v="20" actId="20577"/>
          <ac:spMkLst>
            <pc:docMk/>
            <pc:sldMk cId="127622862" sldId="257"/>
            <ac:spMk id="7" creationId="{E06B245B-2AA2-7981-58AF-EA2E851A8900}"/>
          </ac:spMkLst>
        </pc:spChg>
        <pc:spChg chg="mod">
          <ac:chgData name="Nathan R" userId="b2ac1af611feb5aa" providerId="LiveId" clId="{D1367C3A-BFA6-4AA4-B103-47BDBF935938}" dt="2025-01-14T08:55:29.766" v="30" actId="20577"/>
          <ac:spMkLst>
            <pc:docMk/>
            <pc:sldMk cId="127622862" sldId="257"/>
            <ac:spMk id="9" creationId="{648EC03E-AA31-98C5-039B-01C54C0F5A66}"/>
          </ac:spMkLst>
        </pc:spChg>
        <pc:spChg chg="mod">
          <ac:chgData name="Nathan R" userId="b2ac1af611feb5aa" providerId="LiveId" clId="{D1367C3A-BFA6-4AA4-B103-47BDBF935938}" dt="2025-01-14T08:57:20.534" v="76" actId="1036"/>
          <ac:spMkLst>
            <pc:docMk/>
            <pc:sldMk cId="127622862" sldId="257"/>
            <ac:spMk id="10" creationId="{C173CE47-4A69-C297-F37A-5FB23FD4D913}"/>
          </ac:spMkLst>
        </pc:spChg>
        <pc:spChg chg="mod">
          <ac:chgData name="Nathan R" userId="b2ac1af611feb5aa" providerId="LiveId" clId="{D1367C3A-BFA6-4AA4-B103-47BDBF935938}" dt="2025-01-14T12:44:35.587" v="83" actId="20577"/>
          <ac:spMkLst>
            <pc:docMk/>
            <pc:sldMk cId="127622862" sldId="257"/>
            <ac:spMk id="11" creationId="{388735C9-1969-A127-4F26-8E3123F04024}"/>
          </ac:spMkLst>
        </pc:spChg>
        <pc:spChg chg="mod">
          <ac:chgData name="Nathan R" userId="b2ac1af611feb5aa" providerId="LiveId" clId="{D1367C3A-BFA6-4AA4-B103-47BDBF935938}" dt="2025-01-14T08:56:51.762" v="63" actId="1076"/>
          <ac:spMkLst>
            <pc:docMk/>
            <pc:sldMk cId="127622862" sldId="257"/>
            <ac:spMk id="15" creationId="{96AC8D63-EC47-6323-CD8B-8E912B16B893}"/>
          </ac:spMkLst>
        </pc:spChg>
        <pc:grpChg chg="add mod">
          <ac:chgData name="Nathan R" userId="b2ac1af611feb5aa" providerId="LiveId" clId="{D1367C3A-BFA6-4AA4-B103-47BDBF935938}" dt="2025-01-14T08:57:27.716" v="78" actId="1076"/>
          <ac:grpSpMkLst>
            <pc:docMk/>
            <pc:sldMk cId="127622862" sldId="257"/>
            <ac:grpSpMk id="2" creationId="{E957EF95-C909-E620-C093-2EDA6084AAB1}"/>
          </ac:grpSpMkLst>
        </pc:grpChg>
        <pc:grpChg chg="mod">
          <ac:chgData name="Nathan R" userId="b2ac1af611feb5aa" providerId="LiveId" clId="{D1367C3A-BFA6-4AA4-B103-47BDBF935938}" dt="2025-01-14T08:57:04.067" v="66" actId="1076"/>
          <ac:grpSpMkLst>
            <pc:docMk/>
            <pc:sldMk cId="127622862" sldId="257"/>
            <ac:grpSpMk id="12" creationId="{253C2D82-AEA6-259A-5D02-4DA49D87F230}"/>
          </ac:grpSpMkLst>
        </pc:grpChg>
        <pc:grpChg chg="mod">
          <ac:chgData name="Nathan R" userId="b2ac1af611feb5aa" providerId="LiveId" clId="{D1367C3A-BFA6-4AA4-B103-47BDBF935938}" dt="2025-01-14T08:57:01.335" v="65" actId="1076"/>
          <ac:grpSpMkLst>
            <pc:docMk/>
            <pc:sldMk cId="127622862" sldId="257"/>
            <ac:grpSpMk id="13" creationId="{61720B3B-62C7-B40E-6CFA-25A05CBD8896}"/>
          </ac:grpSpMkLst>
        </pc:grpChg>
        <pc:grpChg chg="mod">
          <ac:chgData name="Nathan R" userId="b2ac1af611feb5aa" providerId="LiveId" clId="{D1367C3A-BFA6-4AA4-B103-47BDBF935938}" dt="2025-01-14T08:57:24.455" v="77" actId="1076"/>
          <ac:grpSpMkLst>
            <pc:docMk/>
            <pc:sldMk cId="127622862" sldId="257"/>
            <ac:grpSpMk id="14" creationId="{196A794B-FC18-455D-D0FC-5DDF3911BDE6}"/>
          </ac:grpSpMkLst>
        </pc:grpChg>
      </pc:sldChg>
      <pc:sldChg chg="addSp delSp modSp add mod">
        <pc:chgData name="Nathan R" userId="b2ac1af611feb5aa" providerId="LiveId" clId="{D1367C3A-BFA6-4AA4-B103-47BDBF935938}" dt="2025-01-14T12:50:15.771" v="112" actId="11529"/>
        <pc:sldMkLst>
          <pc:docMk/>
          <pc:sldMk cId="2967584933" sldId="258"/>
        </pc:sldMkLst>
        <pc:spChg chg="mod">
          <ac:chgData name="Nathan R" userId="b2ac1af611feb5aa" providerId="LiveId" clId="{D1367C3A-BFA6-4AA4-B103-47BDBF935938}" dt="2025-01-14T12:44:58.241" v="93" actId="1076"/>
          <ac:spMkLst>
            <pc:docMk/>
            <pc:sldMk cId="2967584933" sldId="258"/>
            <ac:spMk id="4" creationId="{62CBBDB0-971B-1E58-EBD3-7987FD18D063}"/>
          </ac:spMkLst>
        </pc:spChg>
        <pc:spChg chg="add del mod">
          <ac:chgData name="Nathan R" userId="b2ac1af611feb5aa" providerId="LiveId" clId="{D1367C3A-BFA6-4AA4-B103-47BDBF935938}" dt="2025-01-14T12:45:50.868" v="95" actId="478"/>
          <ac:spMkLst>
            <pc:docMk/>
            <pc:sldMk cId="2967584933" sldId="258"/>
            <ac:spMk id="16" creationId="{3DA6FB29-FFD6-C9AE-C8BB-8F770C3C2C72}"/>
          </ac:spMkLst>
        </pc:spChg>
        <pc:spChg chg="add">
          <ac:chgData name="Nathan R" userId="b2ac1af611feb5aa" providerId="LiveId" clId="{D1367C3A-BFA6-4AA4-B103-47BDBF935938}" dt="2025-01-14T12:50:15.771" v="112" actId="11529"/>
          <ac:spMkLst>
            <pc:docMk/>
            <pc:sldMk cId="2967584933" sldId="258"/>
            <ac:spMk id="19" creationId="{65673154-29C2-B5BD-73EF-B260E1C42EFB}"/>
          </ac:spMkLst>
        </pc:spChg>
        <pc:grpChg chg="del">
          <ac:chgData name="Nathan R" userId="b2ac1af611feb5aa" providerId="LiveId" clId="{D1367C3A-BFA6-4AA4-B103-47BDBF935938}" dt="2025-01-14T12:44:45.315" v="87" actId="478"/>
          <ac:grpSpMkLst>
            <pc:docMk/>
            <pc:sldMk cId="2967584933" sldId="258"/>
            <ac:grpSpMk id="2" creationId="{47847F24-19F8-3030-264A-9ADF99E4E284}"/>
          </ac:grpSpMkLst>
        </pc:grpChg>
        <pc:grpChg chg="del">
          <ac:chgData name="Nathan R" userId="b2ac1af611feb5aa" providerId="LiveId" clId="{D1367C3A-BFA6-4AA4-B103-47BDBF935938}" dt="2025-01-14T12:44:40.178" v="84" actId="478"/>
          <ac:grpSpMkLst>
            <pc:docMk/>
            <pc:sldMk cId="2967584933" sldId="258"/>
            <ac:grpSpMk id="12" creationId="{DF15C6DE-40FB-07B9-A9B8-D733604ADDA5}"/>
          </ac:grpSpMkLst>
        </pc:grpChg>
        <pc:grpChg chg="del">
          <ac:chgData name="Nathan R" userId="b2ac1af611feb5aa" providerId="LiveId" clId="{D1367C3A-BFA6-4AA4-B103-47BDBF935938}" dt="2025-01-14T12:44:41.782" v="85" actId="478"/>
          <ac:grpSpMkLst>
            <pc:docMk/>
            <pc:sldMk cId="2967584933" sldId="258"/>
            <ac:grpSpMk id="13" creationId="{B8F314CA-7281-7631-3AB5-DA50FDD83DD3}"/>
          </ac:grpSpMkLst>
        </pc:grpChg>
        <pc:grpChg chg="del">
          <ac:chgData name="Nathan R" userId="b2ac1af611feb5aa" providerId="LiveId" clId="{D1367C3A-BFA6-4AA4-B103-47BDBF935938}" dt="2025-01-14T12:44:43.810" v="86" actId="478"/>
          <ac:grpSpMkLst>
            <pc:docMk/>
            <pc:sldMk cId="2967584933" sldId="258"/>
            <ac:grpSpMk id="14" creationId="{2A717592-20ED-64B3-5B10-3F2ABD26DB64}"/>
          </ac:grpSpMkLst>
        </pc:grpChg>
        <pc:picChg chg="add mod">
          <ac:chgData name="Nathan R" userId="b2ac1af611feb5aa" providerId="LiveId" clId="{D1367C3A-BFA6-4AA4-B103-47BDBF935938}" dt="2025-01-14T12:49:34.205" v="105" actId="1076"/>
          <ac:picMkLst>
            <pc:docMk/>
            <pc:sldMk cId="2967584933" sldId="258"/>
            <ac:picMk id="1026" creationId="{C8C0E661-CF93-8D29-D888-6AC272B2A02A}"/>
          </ac:picMkLst>
        </pc:picChg>
        <pc:picChg chg="add mod">
          <ac:chgData name="Nathan R" userId="b2ac1af611feb5aa" providerId="LiveId" clId="{D1367C3A-BFA6-4AA4-B103-47BDBF935938}" dt="2025-01-14T12:49:35.562" v="106" actId="1076"/>
          <ac:picMkLst>
            <pc:docMk/>
            <pc:sldMk cId="2967584933" sldId="258"/>
            <ac:picMk id="1028" creationId="{EB73A685-675B-9635-D46B-8FB5FD1518C6}"/>
          </ac:picMkLst>
        </pc:picChg>
        <pc:cxnChg chg="add del mod">
          <ac:chgData name="Nathan R" userId="b2ac1af611feb5aa" providerId="LiveId" clId="{D1367C3A-BFA6-4AA4-B103-47BDBF935938}" dt="2025-01-14T12:50:06.144" v="111" actId="478"/>
          <ac:cxnSpMkLst>
            <pc:docMk/>
            <pc:sldMk cId="2967584933" sldId="258"/>
            <ac:cxnSpMk id="18" creationId="{AAB073F7-D809-62D7-891F-21FFB42A2487}"/>
          </ac:cxnSpMkLst>
        </pc:cxnChg>
      </pc:sldChg>
      <pc:sldChg chg="del">
        <pc:chgData name="Nathan R" userId="b2ac1af611feb5aa" providerId="LiveId" clId="{D1367C3A-BFA6-4AA4-B103-47BDBF935938}" dt="2025-01-14T12:44:22.404" v="79" actId="47"/>
        <pc:sldMkLst>
          <pc:docMk/>
          <pc:sldMk cId="3443846206" sldId="258"/>
        </pc:sldMkLst>
      </pc:sldChg>
      <pc:sldChg chg="new del">
        <pc:chgData name="Nathan R" userId="b2ac1af611feb5aa" providerId="LiveId" clId="{D1367C3A-BFA6-4AA4-B103-47BDBF935938}" dt="2025-01-14T12:51:22.230" v="114" actId="47"/>
        <pc:sldMkLst>
          <pc:docMk/>
          <pc:sldMk cId="1195188397" sldId="259"/>
        </pc:sldMkLst>
      </pc:sldChg>
      <pc:sldChg chg="addSp delSp modSp add mod">
        <pc:chgData name="Nathan R" userId="b2ac1af611feb5aa" providerId="LiveId" clId="{D1367C3A-BFA6-4AA4-B103-47BDBF935938}" dt="2025-01-14T12:52:39.209" v="135" actId="1076"/>
        <pc:sldMkLst>
          <pc:docMk/>
          <pc:sldMk cId="1937368731" sldId="259"/>
        </pc:sldMkLst>
        <pc:spChg chg="mod">
          <ac:chgData name="Nathan R" userId="b2ac1af611feb5aa" providerId="LiveId" clId="{D1367C3A-BFA6-4AA4-B103-47BDBF935938}" dt="2025-01-14T12:51:34.407" v="125" actId="1076"/>
          <ac:spMkLst>
            <pc:docMk/>
            <pc:sldMk cId="1937368731" sldId="259"/>
            <ac:spMk id="4" creationId="{BC3911EE-896D-8A61-5E03-CBDC06279973}"/>
          </ac:spMkLst>
        </pc:spChg>
        <pc:spChg chg="del">
          <ac:chgData name="Nathan R" userId="b2ac1af611feb5aa" providerId="LiveId" clId="{D1367C3A-BFA6-4AA4-B103-47BDBF935938}" dt="2025-01-14T12:51:45.715" v="127" actId="478"/>
          <ac:spMkLst>
            <pc:docMk/>
            <pc:sldMk cId="1937368731" sldId="259"/>
            <ac:spMk id="19" creationId="{220DE5D9-3C2F-4F98-AB42-41D6950C5619}"/>
          </ac:spMkLst>
        </pc:spChg>
        <pc:picChg chg="del">
          <ac:chgData name="Nathan R" userId="b2ac1af611feb5aa" providerId="LiveId" clId="{D1367C3A-BFA6-4AA4-B103-47BDBF935938}" dt="2025-01-14T12:51:43.924" v="126" actId="478"/>
          <ac:picMkLst>
            <pc:docMk/>
            <pc:sldMk cId="1937368731" sldId="259"/>
            <ac:picMk id="1026" creationId="{20E3F321-38A3-2D13-9D89-AB2104E5B0AC}"/>
          </ac:picMkLst>
        </pc:picChg>
        <pc:picChg chg="del">
          <ac:chgData name="Nathan R" userId="b2ac1af611feb5aa" providerId="LiveId" clId="{D1367C3A-BFA6-4AA4-B103-47BDBF935938}" dt="2025-01-14T12:51:46.366" v="128" actId="478"/>
          <ac:picMkLst>
            <pc:docMk/>
            <pc:sldMk cId="1937368731" sldId="259"/>
            <ac:picMk id="1028" creationId="{3F5396C1-C7F1-31A2-4940-5ACF35899DFA}"/>
          </ac:picMkLst>
        </pc:picChg>
        <pc:picChg chg="add mod">
          <ac:chgData name="Nathan R" userId="b2ac1af611feb5aa" providerId="LiveId" clId="{D1367C3A-BFA6-4AA4-B103-47BDBF935938}" dt="2025-01-14T12:52:17.853" v="132" actId="1076"/>
          <ac:picMkLst>
            <pc:docMk/>
            <pc:sldMk cId="1937368731" sldId="259"/>
            <ac:picMk id="2050" creationId="{4540DEBE-BE65-2132-7CB1-5AF97340CA2C}"/>
          </ac:picMkLst>
        </pc:picChg>
        <pc:picChg chg="add mod">
          <ac:chgData name="Nathan R" userId="b2ac1af611feb5aa" providerId="LiveId" clId="{D1367C3A-BFA6-4AA4-B103-47BDBF935938}" dt="2025-01-14T12:52:39.209" v="135" actId="1076"/>
          <ac:picMkLst>
            <pc:docMk/>
            <pc:sldMk cId="1937368731" sldId="259"/>
            <ac:picMk id="2052" creationId="{BBDC92F2-387E-3507-96B4-516AF429B4BA}"/>
          </ac:picMkLst>
        </pc:picChg>
      </pc:sldChg>
      <pc:sldChg chg="del">
        <pc:chgData name="Nathan R" userId="b2ac1af611feb5aa" providerId="LiveId" clId="{D1367C3A-BFA6-4AA4-B103-47BDBF935938}" dt="2025-01-14T12:44:22.954" v="80" actId="47"/>
        <pc:sldMkLst>
          <pc:docMk/>
          <pc:sldMk cId="3682669219" sldId="259"/>
        </pc:sldMkLst>
      </pc:sldChg>
      <pc:sldChg chg="del">
        <pc:chgData name="Nathan R" userId="b2ac1af611feb5aa" providerId="LiveId" clId="{D1367C3A-BFA6-4AA4-B103-47BDBF935938}" dt="2025-01-14T08:49:53.349" v="6" actId="47"/>
        <pc:sldMkLst>
          <pc:docMk/>
          <pc:sldMk cId="3284458985" sldId="260"/>
        </pc:sldMkLst>
      </pc:sldChg>
      <pc:sldChg chg="addSp delSp modSp add mod modAnim">
        <pc:chgData name="Nathan R" userId="b2ac1af611feb5aa" providerId="LiveId" clId="{D1367C3A-BFA6-4AA4-B103-47BDBF935938}" dt="2025-01-14T13:57:56.912" v="280"/>
        <pc:sldMkLst>
          <pc:docMk/>
          <pc:sldMk cId="3677812671" sldId="260"/>
        </pc:sldMkLst>
        <pc:spChg chg="add del">
          <ac:chgData name="Nathan R" userId="b2ac1af611feb5aa" providerId="LiveId" clId="{D1367C3A-BFA6-4AA4-B103-47BDBF935938}" dt="2025-01-14T13:03:52.040" v="143" actId="22"/>
          <ac:spMkLst>
            <pc:docMk/>
            <pc:sldMk cId="3677812671" sldId="260"/>
            <ac:spMk id="7" creationId="{584319FF-3632-83DC-D2B6-7FC8A7DCFF40}"/>
          </ac:spMkLst>
        </pc:spChg>
        <pc:spChg chg="add del mod">
          <ac:chgData name="Nathan R" userId="b2ac1af611feb5aa" providerId="LiveId" clId="{D1367C3A-BFA6-4AA4-B103-47BDBF935938}" dt="2025-01-14T13:55:27.891" v="185" actId="478"/>
          <ac:spMkLst>
            <pc:docMk/>
            <pc:sldMk cId="3677812671" sldId="260"/>
            <ac:spMk id="10" creationId="{34192325-7635-D3C2-FA07-A507710A9EEB}"/>
          </ac:spMkLst>
        </pc:spChg>
        <pc:spChg chg="add mod">
          <ac:chgData name="Nathan R" userId="b2ac1af611feb5aa" providerId="LiveId" clId="{D1367C3A-BFA6-4AA4-B103-47BDBF935938}" dt="2025-01-14T13:52:52.183" v="184" actId="20577"/>
          <ac:spMkLst>
            <pc:docMk/>
            <pc:sldMk cId="3677812671" sldId="260"/>
            <ac:spMk id="11" creationId="{A02651A7-14E2-80A2-52DC-A6D09DCFAA5E}"/>
          </ac:spMkLst>
        </pc:spChg>
        <pc:spChg chg="add mod">
          <ac:chgData name="Nathan R" userId="b2ac1af611feb5aa" providerId="LiveId" clId="{D1367C3A-BFA6-4AA4-B103-47BDBF935938}" dt="2025-01-14T13:55:39.278" v="195" actId="14100"/>
          <ac:spMkLst>
            <pc:docMk/>
            <pc:sldMk cId="3677812671" sldId="260"/>
            <ac:spMk id="12" creationId="{9B3849A9-BADD-860C-BCB2-533AADCD9413}"/>
          </ac:spMkLst>
        </pc:spChg>
        <pc:spChg chg="add mod">
          <ac:chgData name="Nathan R" userId="b2ac1af611feb5aa" providerId="LiveId" clId="{D1367C3A-BFA6-4AA4-B103-47BDBF935938}" dt="2025-01-14T13:56:59.683" v="265" actId="1076"/>
          <ac:spMkLst>
            <pc:docMk/>
            <pc:sldMk cId="3677812671" sldId="260"/>
            <ac:spMk id="13" creationId="{58BCD6BF-3D24-E047-E978-04A94D317ACA}"/>
          </ac:spMkLst>
        </pc:spChg>
        <pc:spChg chg="add mod">
          <ac:chgData name="Nathan R" userId="b2ac1af611feb5aa" providerId="LiveId" clId="{D1367C3A-BFA6-4AA4-B103-47BDBF935938}" dt="2025-01-14T13:56:31.412" v="263" actId="400"/>
          <ac:spMkLst>
            <pc:docMk/>
            <pc:sldMk cId="3677812671" sldId="260"/>
            <ac:spMk id="14" creationId="{0B68C07A-0E95-816F-DC3C-B3C7D2748D78}"/>
          </ac:spMkLst>
        </pc:spChg>
        <pc:picChg chg="add mod">
          <ac:chgData name="Nathan R" userId="b2ac1af611feb5aa" providerId="LiveId" clId="{D1367C3A-BFA6-4AA4-B103-47BDBF935938}" dt="2025-01-14T13:05:28.138" v="146" actId="1076"/>
          <ac:picMkLst>
            <pc:docMk/>
            <pc:sldMk cId="3677812671" sldId="260"/>
            <ac:picMk id="3" creationId="{E29BFAE1-E5C4-2A28-02FC-C52E8FF4F62F}"/>
          </ac:picMkLst>
        </pc:picChg>
        <pc:picChg chg="add mod">
          <ac:chgData name="Nathan R" userId="b2ac1af611feb5aa" providerId="LiveId" clId="{D1367C3A-BFA6-4AA4-B103-47BDBF935938}" dt="2025-01-14T13:05:30.135" v="147" actId="1076"/>
          <ac:picMkLst>
            <pc:docMk/>
            <pc:sldMk cId="3677812671" sldId="260"/>
            <ac:picMk id="9" creationId="{81C23CD6-5BBB-D7A5-3AAD-B610F2618F78}"/>
          </ac:picMkLst>
        </pc:picChg>
        <pc:picChg chg="del">
          <ac:chgData name="Nathan R" userId="b2ac1af611feb5aa" providerId="LiveId" clId="{D1367C3A-BFA6-4AA4-B103-47BDBF935938}" dt="2025-01-14T12:56:13.903" v="137" actId="478"/>
          <ac:picMkLst>
            <pc:docMk/>
            <pc:sldMk cId="3677812671" sldId="260"/>
            <ac:picMk id="2050" creationId="{EACAF249-DF6A-6E4F-D8E4-5294174DB814}"/>
          </ac:picMkLst>
        </pc:picChg>
        <pc:picChg chg="del">
          <ac:chgData name="Nathan R" userId="b2ac1af611feb5aa" providerId="LiveId" clId="{D1367C3A-BFA6-4AA4-B103-47BDBF935938}" dt="2025-01-14T12:56:15.290" v="138" actId="478"/>
          <ac:picMkLst>
            <pc:docMk/>
            <pc:sldMk cId="3677812671" sldId="260"/>
            <ac:picMk id="2052" creationId="{D9EA5F51-875C-5C60-E46D-8870BB5BC259}"/>
          </ac:picMkLst>
        </pc:picChg>
      </pc:sldChg>
      <pc:sldChg chg="del">
        <pc:chgData name="Nathan R" userId="b2ac1af611feb5aa" providerId="LiveId" clId="{D1367C3A-BFA6-4AA4-B103-47BDBF935938}" dt="2025-01-14T08:49:53.107" v="5" actId="47"/>
        <pc:sldMkLst>
          <pc:docMk/>
          <pc:sldMk cId="311149007" sldId="261"/>
        </pc:sldMkLst>
      </pc:sldChg>
      <pc:sldChg chg="del">
        <pc:chgData name="Nathan R" userId="b2ac1af611feb5aa" providerId="LiveId" clId="{D1367C3A-BFA6-4AA4-B103-47BDBF935938}" dt="2025-01-14T08:49:52.855" v="4" actId="47"/>
        <pc:sldMkLst>
          <pc:docMk/>
          <pc:sldMk cId="1308555846" sldId="262"/>
        </pc:sldMkLst>
      </pc:sldChg>
      <pc:sldChg chg="del">
        <pc:chgData name="Nathan R" userId="b2ac1af611feb5aa" providerId="LiveId" clId="{D1367C3A-BFA6-4AA4-B103-47BDBF935938}" dt="2025-01-14T08:49:52.595" v="3" actId="47"/>
        <pc:sldMkLst>
          <pc:docMk/>
          <pc:sldMk cId="360100198" sldId="263"/>
        </pc:sldMkLst>
      </pc:sldChg>
      <pc:sldChg chg="del">
        <pc:chgData name="Nathan R" userId="b2ac1af611feb5aa" providerId="LiveId" clId="{D1367C3A-BFA6-4AA4-B103-47BDBF935938}" dt="2025-01-14T08:49:52.076" v="1" actId="47"/>
        <pc:sldMkLst>
          <pc:docMk/>
          <pc:sldMk cId="2413716132" sldId="264"/>
        </pc:sldMkLst>
      </pc:sldChg>
      <pc:sldChg chg="del">
        <pc:chgData name="Nathan R" userId="b2ac1af611feb5aa" providerId="LiveId" clId="{D1367C3A-BFA6-4AA4-B103-47BDBF935938}" dt="2025-01-14T08:49:51.788" v="0" actId="47"/>
        <pc:sldMkLst>
          <pc:docMk/>
          <pc:sldMk cId="850550228" sldId="265"/>
        </pc:sldMkLst>
      </pc:sldChg>
      <pc:sldChg chg="del">
        <pc:chgData name="Nathan R" userId="b2ac1af611feb5aa" providerId="LiveId" clId="{D1367C3A-BFA6-4AA4-B103-47BDBF935938}" dt="2025-01-14T08:49:52.341" v="2" actId="47"/>
        <pc:sldMkLst>
          <pc:docMk/>
          <pc:sldMk cId="2377402401" sldId="266"/>
        </pc:sldMkLst>
      </pc:sldChg>
      <pc:sldChg chg="del">
        <pc:chgData name="Nathan R" userId="b2ac1af611feb5aa" providerId="LiveId" clId="{D1367C3A-BFA6-4AA4-B103-47BDBF935938}" dt="2025-01-14T08:49:54.092" v="9" actId="47"/>
        <pc:sldMkLst>
          <pc:docMk/>
          <pc:sldMk cId="400044409" sldId="267"/>
        </pc:sldMkLst>
      </pc:sldChg>
      <pc:sldChg chg="del">
        <pc:chgData name="Nathan R" userId="b2ac1af611feb5aa" providerId="LiveId" clId="{D1367C3A-BFA6-4AA4-B103-47BDBF935938}" dt="2025-01-14T08:49:53.621" v="7" actId="47"/>
        <pc:sldMkLst>
          <pc:docMk/>
          <pc:sldMk cId="3367863746" sldId="268"/>
        </pc:sldMkLst>
      </pc:sldChg>
      <pc:sldChg chg="del">
        <pc:chgData name="Nathan R" userId="b2ac1af611feb5aa" providerId="LiveId" clId="{D1367C3A-BFA6-4AA4-B103-47BDBF935938}" dt="2025-01-14T08:49:53.844" v="8" actId="47"/>
        <pc:sldMkLst>
          <pc:docMk/>
          <pc:sldMk cId="1228081082" sldId="269"/>
        </pc:sldMkLst>
      </pc:sldChg>
    </pc:docChg>
  </pc:docChgLst>
  <pc:docChgLst>
    <pc:chgData name="Nathan R" userId="b2ac1af611feb5aa" providerId="LiveId" clId="{1FFC8F88-5C06-4DD6-B351-518AEF927734}"/>
    <pc:docChg chg="undo custSel addSld delSld modSld">
      <pc:chgData name="Nathan R" userId="b2ac1af611feb5aa" providerId="LiveId" clId="{1FFC8F88-5C06-4DD6-B351-518AEF927734}" dt="2025-01-15T08:19:21.011" v="898" actId="20577"/>
      <pc:docMkLst>
        <pc:docMk/>
      </pc:docMkLst>
      <pc:sldChg chg="addSp modSp mod">
        <pc:chgData name="Nathan R" userId="b2ac1af611feb5aa" providerId="LiveId" clId="{1FFC8F88-5C06-4DD6-B351-518AEF927734}" dt="2025-01-15T07:54:21.328" v="888" actId="1076"/>
        <pc:sldMkLst>
          <pc:docMk/>
          <pc:sldMk cId="2373617164" sldId="256"/>
        </pc:sldMkLst>
        <pc:spChg chg="add mod">
          <ac:chgData name="Nathan R" userId="b2ac1af611feb5aa" providerId="LiveId" clId="{1FFC8F88-5C06-4DD6-B351-518AEF927734}" dt="2025-01-15T07:54:13.877" v="886" actId="1076"/>
          <ac:spMkLst>
            <pc:docMk/>
            <pc:sldMk cId="2373617164" sldId="256"/>
            <ac:spMk id="2" creationId="{6D1DF111-09D9-19B2-245F-FD937E5C08F2}"/>
          </ac:spMkLst>
        </pc:spChg>
        <pc:spChg chg="mod">
          <ac:chgData name="Nathan R" userId="b2ac1af611feb5aa" providerId="LiveId" clId="{1FFC8F88-5C06-4DD6-B351-518AEF927734}" dt="2025-01-15T07:54:13.877" v="886" actId="1076"/>
          <ac:spMkLst>
            <pc:docMk/>
            <pc:sldMk cId="2373617164" sldId="256"/>
            <ac:spMk id="10" creationId="{B8017A6E-C119-2BFA-A209-1E372CA6A2FC}"/>
          </ac:spMkLst>
        </pc:spChg>
        <pc:picChg chg="mod">
          <ac:chgData name="Nathan R" userId="b2ac1af611feb5aa" providerId="LiveId" clId="{1FFC8F88-5C06-4DD6-B351-518AEF927734}" dt="2025-01-15T07:54:21.328" v="888" actId="1076"/>
          <ac:picMkLst>
            <pc:docMk/>
            <pc:sldMk cId="2373617164" sldId="256"/>
            <ac:picMk id="5" creationId="{5A48FF56-04C3-0B06-A56C-2409147609CF}"/>
          </ac:picMkLst>
        </pc:picChg>
      </pc:sldChg>
      <pc:sldChg chg="del">
        <pc:chgData name="Nathan R" userId="b2ac1af611feb5aa" providerId="LiveId" clId="{1FFC8F88-5C06-4DD6-B351-518AEF927734}" dt="2025-01-14T20:39:02.588" v="0" actId="47"/>
        <pc:sldMkLst>
          <pc:docMk/>
          <pc:sldMk cId="1937368731" sldId="259"/>
        </pc:sldMkLst>
      </pc:sldChg>
      <pc:sldChg chg="addSp modSp mod">
        <pc:chgData name="Nathan R" userId="b2ac1af611feb5aa" providerId="LiveId" clId="{1FFC8F88-5C06-4DD6-B351-518AEF927734}" dt="2025-01-15T07:26:38.961" v="176" actId="1076"/>
        <pc:sldMkLst>
          <pc:docMk/>
          <pc:sldMk cId="3677812671" sldId="260"/>
        </pc:sldMkLst>
        <pc:spChg chg="add mod">
          <ac:chgData name="Nathan R" userId="b2ac1af611feb5aa" providerId="LiveId" clId="{1FFC8F88-5C06-4DD6-B351-518AEF927734}" dt="2025-01-15T07:00:12.387" v="17" actId="1076"/>
          <ac:spMkLst>
            <pc:docMk/>
            <pc:sldMk cId="3677812671" sldId="260"/>
            <ac:spMk id="2" creationId="{549E35B1-B8F4-598E-0C7E-5B5388DCA5F6}"/>
          </ac:spMkLst>
        </pc:spChg>
        <pc:spChg chg="mod">
          <ac:chgData name="Nathan R" userId="b2ac1af611feb5aa" providerId="LiveId" clId="{1FFC8F88-5C06-4DD6-B351-518AEF927734}" dt="2025-01-15T06:59:51.445" v="2" actId="1076"/>
          <ac:spMkLst>
            <pc:docMk/>
            <pc:sldMk cId="3677812671" sldId="260"/>
            <ac:spMk id="11" creationId="{A02651A7-14E2-80A2-52DC-A6D09DCFAA5E}"/>
          </ac:spMkLst>
        </pc:spChg>
        <pc:spChg chg="mod">
          <ac:chgData name="Nathan R" userId="b2ac1af611feb5aa" providerId="LiveId" clId="{1FFC8F88-5C06-4DD6-B351-518AEF927734}" dt="2025-01-15T07:06:29.989" v="20" actId="1076"/>
          <ac:spMkLst>
            <pc:docMk/>
            <pc:sldMk cId="3677812671" sldId="260"/>
            <ac:spMk id="12" creationId="{9B3849A9-BADD-860C-BCB2-533AADCD9413}"/>
          </ac:spMkLst>
        </pc:spChg>
        <pc:spChg chg="mod">
          <ac:chgData name="Nathan R" userId="b2ac1af611feb5aa" providerId="LiveId" clId="{1FFC8F88-5C06-4DD6-B351-518AEF927734}" dt="2025-01-15T07:06:29.989" v="20" actId="1076"/>
          <ac:spMkLst>
            <pc:docMk/>
            <pc:sldMk cId="3677812671" sldId="260"/>
            <ac:spMk id="13" creationId="{58BCD6BF-3D24-E047-E978-04A94D317ACA}"/>
          </ac:spMkLst>
        </pc:spChg>
        <pc:spChg chg="mod">
          <ac:chgData name="Nathan R" userId="b2ac1af611feb5aa" providerId="LiveId" clId="{1FFC8F88-5C06-4DD6-B351-518AEF927734}" dt="2025-01-15T07:26:38.961" v="176" actId="1076"/>
          <ac:spMkLst>
            <pc:docMk/>
            <pc:sldMk cId="3677812671" sldId="260"/>
            <ac:spMk id="14" creationId="{0B68C07A-0E95-816F-DC3C-B3C7D2748D78}"/>
          </ac:spMkLst>
        </pc:spChg>
        <pc:picChg chg="mod">
          <ac:chgData name="Nathan R" userId="b2ac1af611feb5aa" providerId="LiveId" clId="{1FFC8F88-5C06-4DD6-B351-518AEF927734}" dt="2025-01-15T06:59:49.782" v="1" actId="1076"/>
          <ac:picMkLst>
            <pc:docMk/>
            <pc:sldMk cId="3677812671" sldId="260"/>
            <ac:picMk id="3" creationId="{E29BFAE1-E5C4-2A28-02FC-C52E8FF4F62F}"/>
          </ac:picMkLst>
        </pc:picChg>
      </pc:sldChg>
      <pc:sldChg chg="addSp delSp modSp add mod delAnim modAnim">
        <pc:chgData name="Nathan R" userId="b2ac1af611feb5aa" providerId="LiveId" clId="{1FFC8F88-5C06-4DD6-B351-518AEF927734}" dt="2025-01-15T07:26:48.683" v="183" actId="20577"/>
        <pc:sldMkLst>
          <pc:docMk/>
          <pc:sldMk cId="2032135133" sldId="261"/>
        </pc:sldMkLst>
        <pc:spChg chg="mod">
          <ac:chgData name="Nathan R" userId="b2ac1af611feb5aa" providerId="LiveId" clId="{1FFC8F88-5C06-4DD6-B351-518AEF927734}" dt="2025-01-15T07:21:43.141" v="75" actId="20577"/>
          <ac:spMkLst>
            <pc:docMk/>
            <pc:sldMk cId="2032135133" sldId="261"/>
            <ac:spMk id="2" creationId="{B781562F-6E60-12B6-1348-43C815DD17A7}"/>
          </ac:spMkLst>
        </pc:spChg>
        <pc:spChg chg="del">
          <ac:chgData name="Nathan R" userId="b2ac1af611feb5aa" providerId="LiveId" clId="{1FFC8F88-5C06-4DD6-B351-518AEF927734}" dt="2025-01-15T07:18:49.106" v="32" actId="478"/>
          <ac:spMkLst>
            <pc:docMk/>
            <pc:sldMk cId="2032135133" sldId="261"/>
            <ac:spMk id="11" creationId="{0BB69583-3B7D-656E-4713-82AD4B0F4388}"/>
          </ac:spMkLst>
        </pc:spChg>
        <pc:spChg chg="del">
          <ac:chgData name="Nathan R" userId="b2ac1af611feb5aa" providerId="LiveId" clId="{1FFC8F88-5C06-4DD6-B351-518AEF927734}" dt="2025-01-15T07:18:16.295" v="23" actId="478"/>
          <ac:spMkLst>
            <pc:docMk/>
            <pc:sldMk cId="2032135133" sldId="261"/>
            <ac:spMk id="12" creationId="{A6BA2E8D-8D5C-C9EB-2D2E-B1251FBBC68D}"/>
          </ac:spMkLst>
        </pc:spChg>
        <pc:spChg chg="del">
          <ac:chgData name="Nathan R" userId="b2ac1af611feb5aa" providerId="LiveId" clId="{1FFC8F88-5C06-4DD6-B351-518AEF927734}" dt="2025-01-15T07:18:19.413" v="24" actId="478"/>
          <ac:spMkLst>
            <pc:docMk/>
            <pc:sldMk cId="2032135133" sldId="261"/>
            <ac:spMk id="13" creationId="{B2AD8F1F-227C-3608-4148-6B36E9695AAE}"/>
          </ac:spMkLst>
        </pc:spChg>
        <pc:spChg chg="del">
          <ac:chgData name="Nathan R" userId="b2ac1af611feb5aa" providerId="LiveId" clId="{1FFC8F88-5C06-4DD6-B351-518AEF927734}" dt="2025-01-15T07:18:16.295" v="23" actId="478"/>
          <ac:spMkLst>
            <pc:docMk/>
            <pc:sldMk cId="2032135133" sldId="261"/>
            <ac:spMk id="14" creationId="{498B079D-8F36-CA92-F1FC-5F5EE8D0AC9E}"/>
          </ac:spMkLst>
        </pc:spChg>
        <pc:spChg chg="add mod">
          <ac:chgData name="Nathan R" userId="b2ac1af611feb5aa" providerId="LiveId" clId="{1FFC8F88-5C06-4DD6-B351-518AEF927734}" dt="2025-01-15T07:25:50.924" v="152" actId="1076"/>
          <ac:spMkLst>
            <pc:docMk/>
            <pc:sldMk cId="2032135133" sldId="261"/>
            <ac:spMk id="19" creationId="{FA228ED2-5CC3-905A-80B3-0729F2E2D274}"/>
          </ac:spMkLst>
        </pc:spChg>
        <pc:spChg chg="add mod">
          <ac:chgData name="Nathan R" userId="b2ac1af611feb5aa" providerId="LiveId" clId="{1FFC8F88-5C06-4DD6-B351-518AEF927734}" dt="2025-01-15T07:26:48.683" v="183" actId="20577"/>
          <ac:spMkLst>
            <pc:docMk/>
            <pc:sldMk cId="2032135133" sldId="261"/>
            <ac:spMk id="20" creationId="{D155A800-A9A4-1C91-4647-320585C25547}"/>
          </ac:spMkLst>
        </pc:spChg>
        <pc:picChg chg="del">
          <ac:chgData name="Nathan R" userId="b2ac1af611feb5aa" providerId="LiveId" clId="{1FFC8F88-5C06-4DD6-B351-518AEF927734}" dt="2025-01-15T07:18:44.158" v="29" actId="478"/>
          <ac:picMkLst>
            <pc:docMk/>
            <pc:sldMk cId="2032135133" sldId="261"/>
            <ac:picMk id="3" creationId="{7BF2BEF0-1F9A-8AB9-1543-173BB8CE1102}"/>
          </ac:picMkLst>
        </pc:picChg>
        <pc:picChg chg="add mod">
          <ac:chgData name="Nathan R" userId="b2ac1af611feb5aa" providerId="LiveId" clId="{1FFC8F88-5C06-4DD6-B351-518AEF927734}" dt="2025-01-15T07:18:22.778" v="26" actId="1076"/>
          <ac:picMkLst>
            <pc:docMk/>
            <pc:sldMk cId="2032135133" sldId="261"/>
            <ac:picMk id="7" creationId="{9EB53E3C-0144-4F6F-4F07-620F82770DF4}"/>
          </ac:picMkLst>
        </pc:picChg>
        <pc:picChg chg="del">
          <ac:chgData name="Nathan R" userId="b2ac1af611feb5aa" providerId="LiveId" clId="{1FFC8F88-5C06-4DD6-B351-518AEF927734}" dt="2025-01-15T07:18:14.266" v="22" actId="478"/>
          <ac:picMkLst>
            <pc:docMk/>
            <pc:sldMk cId="2032135133" sldId="261"/>
            <ac:picMk id="9" creationId="{1BCA9AFC-619A-2CD7-3443-91F6F536C844}"/>
          </ac:picMkLst>
        </pc:picChg>
        <pc:picChg chg="add mod">
          <ac:chgData name="Nathan R" userId="b2ac1af611feb5aa" providerId="LiveId" clId="{1FFC8F88-5C06-4DD6-B351-518AEF927734}" dt="2025-01-15T07:18:33.410" v="28" actId="1076"/>
          <ac:picMkLst>
            <pc:docMk/>
            <pc:sldMk cId="2032135133" sldId="261"/>
            <ac:picMk id="10" creationId="{7B4387CA-C3C7-37F5-A160-BD95B9055AC9}"/>
          </ac:picMkLst>
        </pc:picChg>
        <pc:picChg chg="add mod">
          <ac:chgData name="Nathan R" userId="b2ac1af611feb5aa" providerId="LiveId" clId="{1FFC8F88-5C06-4DD6-B351-518AEF927734}" dt="2025-01-15T07:18:50.366" v="33" actId="1076"/>
          <ac:picMkLst>
            <pc:docMk/>
            <pc:sldMk cId="2032135133" sldId="261"/>
            <ac:picMk id="16" creationId="{89C60DDE-C0D1-D6ED-306D-7B0FAC8390DA}"/>
          </ac:picMkLst>
        </pc:picChg>
        <pc:picChg chg="add mod">
          <ac:chgData name="Nathan R" userId="b2ac1af611feb5aa" providerId="LiveId" clId="{1FFC8F88-5C06-4DD6-B351-518AEF927734}" dt="2025-01-15T07:19:55.859" v="37" actId="1076"/>
          <ac:picMkLst>
            <pc:docMk/>
            <pc:sldMk cId="2032135133" sldId="261"/>
            <ac:picMk id="18" creationId="{E4F394CA-9410-87ED-1F2C-87F9AB290B10}"/>
          </ac:picMkLst>
        </pc:picChg>
      </pc:sldChg>
      <pc:sldChg chg="add del">
        <pc:chgData name="Nathan R" userId="b2ac1af611feb5aa" providerId="LiveId" clId="{1FFC8F88-5C06-4DD6-B351-518AEF927734}" dt="2025-01-15T07:21:55.580" v="76" actId="47"/>
        <pc:sldMkLst>
          <pc:docMk/>
          <pc:sldMk cId="366028000" sldId="262"/>
        </pc:sldMkLst>
      </pc:sldChg>
      <pc:sldChg chg="addSp delSp modSp add mod modAnim">
        <pc:chgData name="Nathan R" userId="b2ac1af611feb5aa" providerId="LiveId" clId="{1FFC8F88-5C06-4DD6-B351-518AEF927734}" dt="2025-01-15T07:26:10.592" v="159" actId="1076"/>
        <pc:sldMkLst>
          <pc:docMk/>
          <pc:sldMk cId="2620666213" sldId="263"/>
        </pc:sldMkLst>
        <pc:spChg chg="mod">
          <ac:chgData name="Nathan R" userId="b2ac1af611feb5aa" providerId="LiveId" clId="{1FFC8F88-5C06-4DD6-B351-518AEF927734}" dt="2025-01-15T07:21:25.949" v="54" actId="20577"/>
          <ac:spMkLst>
            <pc:docMk/>
            <pc:sldMk cId="2620666213" sldId="263"/>
            <ac:spMk id="2" creationId="{36C80329-8FA0-7984-3B8D-B11BE725F7CB}"/>
          </ac:spMkLst>
        </pc:spChg>
        <pc:spChg chg="add mod">
          <ac:chgData name="Nathan R" userId="b2ac1af611feb5aa" providerId="LiveId" clId="{1FFC8F88-5C06-4DD6-B351-518AEF927734}" dt="2025-01-15T07:26:10.592" v="159" actId="1076"/>
          <ac:spMkLst>
            <pc:docMk/>
            <pc:sldMk cId="2620666213" sldId="263"/>
            <ac:spMk id="8" creationId="{25DF0CBB-320E-63D7-4CDE-5BC413AFAEE7}"/>
          </ac:spMkLst>
        </pc:spChg>
        <pc:picChg chg="add mod">
          <ac:chgData name="Nathan R" userId="b2ac1af611feb5aa" providerId="LiveId" clId="{1FFC8F88-5C06-4DD6-B351-518AEF927734}" dt="2025-01-15T07:22:01.684" v="77" actId="1076"/>
          <ac:picMkLst>
            <pc:docMk/>
            <pc:sldMk cId="2620666213" sldId="263"/>
            <ac:picMk id="6" creationId="{745C2566-E93E-56D8-776B-2F5825ACE439}"/>
          </ac:picMkLst>
        </pc:picChg>
        <pc:picChg chg="del">
          <ac:chgData name="Nathan R" userId="b2ac1af611feb5aa" providerId="LiveId" clId="{1FFC8F88-5C06-4DD6-B351-518AEF927734}" dt="2025-01-15T07:21:19.214" v="40" actId="478"/>
          <ac:picMkLst>
            <pc:docMk/>
            <pc:sldMk cId="2620666213" sldId="263"/>
            <ac:picMk id="7" creationId="{6896E303-577D-B04D-F526-74A4FA873E40}"/>
          </ac:picMkLst>
        </pc:picChg>
        <pc:picChg chg="add mod">
          <ac:chgData name="Nathan R" userId="b2ac1af611feb5aa" providerId="LiveId" clId="{1FFC8F88-5C06-4DD6-B351-518AEF927734}" dt="2025-01-15T07:26:08.574" v="158" actId="1076"/>
          <ac:picMkLst>
            <pc:docMk/>
            <pc:sldMk cId="2620666213" sldId="263"/>
            <ac:picMk id="9" creationId="{B1E1003F-841B-0AA0-70B6-08B82052319F}"/>
          </ac:picMkLst>
        </pc:picChg>
        <pc:picChg chg="del">
          <ac:chgData name="Nathan R" userId="b2ac1af611feb5aa" providerId="LiveId" clId="{1FFC8F88-5C06-4DD6-B351-518AEF927734}" dt="2025-01-15T07:21:19.214" v="40" actId="478"/>
          <ac:picMkLst>
            <pc:docMk/>
            <pc:sldMk cId="2620666213" sldId="263"/>
            <ac:picMk id="10" creationId="{6A798948-B45B-EA3A-61E8-CED86D1AD8C9}"/>
          </ac:picMkLst>
        </pc:picChg>
        <pc:picChg chg="del">
          <ac:chgData name="Nathan R" userId="b2ac1af611feb5aa" providerId="LiveId" clId="{1FFC8F88-5C06-4DD6-B351-518AEF927734}" dt="2025-01-15T07:21:19.214" v="40" actId="478"/>
          <ac:picMkLst>
            <pc:docMk/>
            <pc:sldMk cId="2620666213" sldId="263"/>
            <ac:picMk id="16" creationId="{71A9CC20-2F86-37D0-76FD-133EB713E8E0}"/>
          </ac:picMkLst>
        </pc:picChg>
        <pc:picChg chg="del">
          <ac:chgData name="Nathan R" userId="b2ac1af611feb5aa" providerId="LiveId" clId="{1FFC8F88-5C06-4DD6-B351-518AEF927734}" dt="2025-01-15T07:21:19.214" v="40" actId="478"/>
          <ac:picMkLst>
            <pc:docMk/>
            <pc:sldMk cId="2620666213" sldId="263"/>
            <ac:picMk id="18" creationId="{93488742-DCC1-50B0-D232-B8E40D24C958}"/>
          </ac:picMkLst>
        </pc:picChg>
      </pc:sldChg>
      <pc:sldChg chg="addSp delSp modSp add mod modAnim">
        <pc:chgData name="Nathan R" userId="b2ac1af611feb5aa" providerId="LiveId" clId="{1FFC8F88-5C06-4DD6-B351-518AEF927734}" dt="2025-01-15T07:26:54.678" v="185" actId="1076"/>
        <pc:sldMkLst>
          <pc:docMk/>
          <pc:sldMk cId="1395249515" sldId="264"/>
        </pc:sldMkLst>
        <pc:spChg chg="mod">
          <ac:chgData name="Nathan R" userId="b2ac1af611feb5aa" providerId="LiveId" clId="{1FFC8F88-5C06-4DD6-B351-518AEF927734}" dt="2025-01-15T07:23:32.523" v="92" actId="20577"/>
          <ac:spMkLst>
            <pc:docMk/>
            <pc:sldMk cId="1395249515" sldId="264"/>
            <ac:spMk id="2" creationId="{6B6F0C50-4137-0A2C-59DA-1C2DD4F85988}"/>
          </ac:spMkLst>
        </pc:spChg>
        <pc:spChg chg="add mod">
          <ac:chgData name="Nathan R" userId="b2ac1af611feb5aa" providerId="LiveId" clId="{1FFC8F88-5C06-4DD6-B351-518AEF927734}" dt="2025-01-15T07:26:54.678" v="185" actId="1076"/>
          <ac:spMkLst>
            <pc:docMk/>
            <pc:sldMk cId="1395249515" sldId="264"/>
            <ac:spMk id="10" creationId="{2CB95FF9-7C8D-B912-587A-6D1DAAECF9BE}"/>
          </ac:spMkLst>
        </pc:spChg>
        <pc:picChg chg="del mod">
          <ac:chgData name="Nathan R" userId="b2ac1af611feb5aa" providerId="LiveId" clId="{1FFC8F88-5C06-4DD6-B351-518AEF927734}" dt="2025-01-15T07:23:20.143" v="80" actId="478"/>
          <ac:picMkLst>
            <pc:docMk/>
            <pc:sldMk cId="1395249515" sldId="264"/>
            <ac:picMk id="6" creationId="{574954E2-9DD5-17AB-05E2-F646EFC1E792}"/>
          </ac:picMkLst>
        </pc:picChg>
        <pc:picChg chg="add mod">
          <ac:chgData name="Nathan R" userId="b2ac1af611feb5aa" providerId="LiveId" clId="{1FFC8F88-5C06-4DD6-B351-518AEF927734}" dt="2025-01-15T07:23:23.855" v="82" actId="1076"/>
          <ac:picMkLst>
            <pc:docMk/>
            <pc:sldMk cId="1395249515" sldId="264"/>
            <ac:picMk id="7" creationId="{62934530-CF72-C135-D992-6E5B48483D6C}"/>
          </ac:picMkLst>
        </pc:picChg>
        <pc:picChg chg="add del mod">
          <ac:chgData name="Nathan R" userId="b2ac1af611feb5aa" providerId="LiveId" clId="{1FFC8F88-5C06-4DD6-B351-518AEF927734}" dt="2025-01-15T07:23:48.770" v="95" actId="478"/>
          <ac:picMkLst>
            <pc:docMk/>
            <pc:sldMk cId="1395249515" sldId="264"/>
            <ac:picMk id="9" creationId="{115D5AEA-9742-A675-D3C0-180E876275D9}"/>
          </ac:picMkLst>
        </pc:picChg>
      </pc:sldChg>
      <pc:sldChg chg="addSp delSp modSp add mod modAnim">
        <pc:chgData name="Nathan R" userId="b2ac1af611feb5aa" providerId="LiveId" clId="{1FFC8F88-5C06-4DD6-B351-518AEF927734}" dt="2025-01-15T07:26:22.954" v="161" actId="1076"/>
        <pc:sldMkLst>
          <pc:docMk/>
          <pc:sldMk cId="1119483861" sldId="265"/>
        </pc:sldMkLst>
        <pc:spChg chg="mod">
          <ac:chgData name="Nathan R" userId="b2ac1af611feb5aa" providerId="LiveId" clId="{1FFC8F88-5C06-4DD6-B351-518AEF927734}" dt="2025-01-15T07:23:59.812" v="110" actId="20577"/>
          <ac:spMkLst>
            <pc:docMk/>
            <pc:sldMk cId="1119483861" sldId="265"/>
            <ac:spMk id="2" creationId="{D26F7967-8259-00AA-6D86-424FDCB443DC}"/>
          </ac:spMkLst>
        </pc:spChg>
        <pc:spChg chg="add mod">
          <ac:chgData name="Nathan R" userId="b2ac1af611feb5aa" providerId="LiveId" clId="{1FFC8F88-5C06-4DD6-B351-518AEF927734}" dt="2025-01-15T07:26:22.954" v="161" actId="1076"/>
          <ac:spMkLst>
            <pc:docMk/>
            <pc:sldMk cId="1119483861" sldId="265"/>
            <ac:spMk id="8" creationId="{F2969070-5132-E58A-818A-6BBE869BB9BC}"/>
          </ac:spMkLst>
        </pc:spChg>
        <pc:picChg chg="add mod">
          <ac:chgData name="Nathan R" userId="b2ac1af611feb5aa" providerId="LiveId" clId="{1FFC8F88-5C06-4DD6-B351-518AEF927734}" dt="2025-01-15T07:23:54.742" v="99" actId="1076"/>
          <ac:picMkLst>
            <pc:docMk/>
            <pc:sldMk cId="1119483861" sldId="265"/>
            <ac:picMk id="6" creationId="{C0E196F5-F092-43EA-01F7-44CACCD42307}"/>
          </ac:picMkLst>
        </pc:picChg>
        <pc:picChg chg="del">
          <ac:chgData name="Nathan R" userId="b2ac1af611feb5aa" providerId="LiveId" clId="{1FFC8F88-5C06-4DD6-B351-518AEF927734}" dt="2025-01-15T07:23:53.234" v="98" actId="478"/>
          <ac:picMkLst>
            <pc:docMk/>
            <pc:sldMk cId="1119483861" sldId="265"/>
            <ac:picMk id="7" creationId="{33ECB245-14E2-F20D-C0B0-CD67336EAF06}"/>
          </ac:picMkLst>
        </pc:picChg>
      </pc:sldChg>
      <pc:sldChg chg="addSp delSp modSp add mod modAnim">
        <pc:chgData name="Nathan R" userId="b2ac1af611feb5aa" providerId="LiveId" clId="{1FFC8F88-5C06-4DD6-B351-518AEF927734}" dt="2025-01-15T07:26:31.296" v="172" actId="14100"/>
        <pc:sldMkLst>
          <pc:docMk/>
          <pc:sldMk cId="3217081760" sldId="266"/>
        </pc:sldMkLst>
        <pc:spChg chg="mod">
          <ac:chgData name="Nathan R" userId="b2ac1af611feb5aa" providerId="LiveId" clId="{1FFC8F88-5C06-4DD6-B351-518AEF927734}" dt="2025-01-15T07:24:52.779" v="150" actId="20577"/>
          <ac:spMkLst>
            <pc:docMk/>
            <pc:sldMk cId="3217081760" sldId="266"/>
            <ac:spMk id="2" creationId="{FB565E85-52F3-4D3D-F96A-8FCF4B0A1256}"/>
          </ac:spMkLst>
        </pc:spChg>
        <pc:spChg chg="add mod">
          <ac:chgData name="Nathan R" userId="b2ac1af611feb5aa" providerId="LiveId" clId="{1FFC8F88-5C06-4DD6-B351-518AEF927734}" dt="2025-01-15T07:26:31.296" v="172" actId="14100"/>
          <ac:spMkLst>
            <pc:docMk/>
            <pc:sldMk cId="3217081760" sldId="266"/>
            <ac:spMk id="8" creationId="{F7001391-3117-B7E7-66A1-675D81168449}"/>
          </ac:spMkLst>
        </pc:spChg>
        <pc:picChg chg="del">
          <ac:chgData name="Nathan R" userId="b2ac1af611feb5aa" providerId="LiveId" clId="{1FFC8F88-5C06-4DD6-B351-518AEF927734}" dt="2025-01-15T07:24:39.788" v="113" actId="478"/>
          <ac:picMkLst>
            <pc:docMk/>
            <pc:sldMk cId="3217081760" sldId="266"/>
            <ac:picMk id="6" creationId="{D0734AE5-766F-EC1B-4B72-7373C8382702}"/>
          </ac:picMkLst>
        </pc:picChg>
        <pc:picChg chg="add mod">
          <ac:chgData name="Nathan R" userId="b2ac1af611feb5aa" providerId="LiveId" clId="{1FFC8F88-5C06-4DD6-B351-518AEF927734}" dt="2025-01-15T07:24:41.024" v="114" actId="1076"/>
          <ac:picMkLst>
            <pc:docMk/>
            <pc:sldMk cId="3217081760" sldId="266"/>
            <ac:picMk id="7" creationId="{4F158E9C-8F45-B2A2-03F5-3CC0FDA5AE16}"/>
          </ac:picMkLst>
        </pc:picChg>
      </pc:sldChg>
      <pc:sldChg chg="new del">
        <pc:chgData name="Nathan R" userId="b2ac1af611feb5aa" providerId="LiveId" clId="{1FFC8F88-5C06-4DD6-B351-518AEF927734}" dt="2025-01-15T07:27:56.272" v="187" actId="47"/>
        <pc:sldMkLst>
          <pc:docMk/>
          <pc:sldMk cId="942130136" sldId="267"/>
        </pc:sldMkLst>
      </pc:sldChg>
      <pc:sldChg chg="addSp delSp modSp add mod delAnim modAnim">
        <pc:chgData name="Nathan R" userId="b2ac1af611feb5aa" providerId="LiveId" clId="{1FFC8F88-5C06-4DD6-B351-518AEF927734}" dt="2025-01-15T07:35:11.782" v="349" actId="1076"/>
        <pc:sldMkLst>
          <pc:docMk/>
          <pc:sldMk cId="1390806078" sldId="267"/>
        </pc:sldMkLst>
        <pc:spChg chg="del">
          <ac:chgData name="Nathan R" userId="b2ac1af611feb5aa" providerId="LiveId" clId="{1FFC8F88-5C06-4DD6-B351-518AEF927734}" dt="2025-01-15T07:28:00.444" v="189" actId="478"/>
          <ac:spMkLst>
            <pc:docMk/>
            <pc:sldMk cId="1390806078" sldId="267"/>
            <ac:spMk id="2" creationId="{04CBA6E1-2B18-4283-A021-7EFE5779D483}"/>
          </ac:spMkLst>
        </pc:spChg>
        <pc:spChg chg="add mod">
          <ac:chgData name="Nathan R" userId="b2ac1af611feb5aa" providerId="LiveId" clId="{1FFC8F88-5C06-4DD6-B351-518AEF927734}" dt="2025-01-15T07:31:53.386" v="318" actId="20577"/>
          <ac:spMkLst>
            <pc:docMk/>
            <pc:sldMk cId="1390806078" sldId="267"/>
            <ac:spMk id="3" creationId="{7C26828E-A554-AA73-494F-15160674553C}"/>
          </ac:spMkLst>
        </pc:spChg>
        <pc:spChg chg="mod">
          <ac:chgData name="Nathan R" userId="b2ac1af611feb5aa" providerId="LiveId" clId="{1FFC8F88-5C06-4DD6-B351-518AEF927734}" dt="2025-01-15T07:28:09.887" v="200" actId="1076"/>
          <ac:spMkLst>
            <pc:docMk/>
            <pc:sldMk cId="1390806078" sldId="267"/>
            <ac:spMk id="4" creationId="{DF217BE4-1E49-BBD2-B03B-5910240ED277}"/>
          </ac:spMkLst>
        </pc:spChg>
        <pc:spChg chg="add mod">
          <ac:chgData name="Nathan R" userId="b2ac1af611feb5aa" providerId="LiveId" clId="{1FFC8F88-5C06-4DD6-B351-518AEF927734}" dt="2025-01-15T07:30:46.104" v="297" actId="1076"/>
          <ac:spMkLst>
            <pc:docMk/>
            <pc:sldMk cId="1390806078" sldId="267"/>
            <ac:spMk id="6" creationId="{11695F08-1FFB-E26B-80C6-77CD285CF411}"/>
          </ac:spMkLst>
        </pc:spChg>
        <pc:spChg chg="del">
          <ac:chgData name="Nathan R" userId="b2ac1af611feb5aa" providerId="LiveId" clId="{1FFC8F88-5C06-4DD6-B351-518AEF927734}" dt="2025-01-15T07:28:00.444" v="189" actId="478"/>
          <ac:spMkLst>
            <pc:docMk/>
            <pc:sldMk cId="1390806078" sldId="267"/>
            <ac:spMk id="8" creationId="{8F012DC9-35BD-E5EB-3DF6-29D77C5E2102}"/>
          </ac:spMkLst>
        </pc:spChg>
        <pc:spChg chg="add mod">
          <ac:chgData name="Nathan R" userId="b2ac1af611feb5aa" providerId="LiveId" clId="{1FFC8F88-5C06-4DD6-B351-518AEF927734}" dt="2025-01-15T07:34:24.099" v="340" actId="208"/>
          <ac:spMkLst>
            <pc:docMk/>
            <pc:sldMk cId="1390806078" sldId="267"/>
            <ac:spMk id="15" creationId="{82F217BD-0446-6219-C382-DBCF58C10C1D}"/>
          </ac:spMkLst>
        </pc:spChg>
        <pc:spChg chg="add mod">
          <ac:chgData name="Nathan R" userId="b2ac1af611feb5aa" providerId="LiveId" clId="{1FFC8F88-5C06-4DD6-B351-518AEF927734}" dt="2025-01-15T07:35:11.782" v="349" actId="1076"/>
          <ac:spMkLst>
            <pc:docMk/>
            <pc:sldMk cId="1390806078" sldId="267"/>
            <ac:spMk id="16" creationId="{420769C1-FEF7-01E7-4CBA-42966505D118}"/>
          </ac:spMkLst>
        </pc:spChg>
        <pc:picChg chg="del">
          <ac:chgData name="Nathan R" userId="b2ac1af611feb5aa" providerId="LiveId" clId="{1FFC8F88-5C06-4DD6-B351-518AEF927734}" dt="2025-01-15T07:28:00.444" v="189" actId="478"/>
          <ac:picMkLst>
            <pc:docMk/>
            <pc:sldMk cId="1390806078" sldId="267"/>
            <ac:picMk id="7" creationId="{7150E11D-FD89-E367-08DC-0C61241E534F}"/>
          </ac:picMkLst>
        </pc:picChg>
        <pc:picChg chg="add mod">
          <ac:chgData name="Nathan R" userId="b2ac1af611feb5aa" providerId="LiveId" clId="{1FFC8F88-5C06-4DD6-B351-518AEF927734}" dt="2025-01-15T07:33:44.473" v="328" actId="1076"/>
          <ac:picMkLst>
            <pc:docMk/>
            <pc:sldMk cId="1390806078" sldId="267"/>
            <ac:picMk id="10" creationId="{F7E5D9C5-1013-80FF-D294-EF11B08D45E2}"/>
          </ac:picMkLst>
        </pc:picChg>
        <pc:picChg chg="add mod">
          <ac:chgData name="Nathan R" userId="b2ac1af611feb5aa" providerId="LiveId" clId="{1FFC8F88-5C06-4DD6-B351-518AEF927734}" dt="2025-01-15T07:33:40.339" v="326" actId="1076"/>
          <ac:picMkLst>
            <pc:docMk/>
            <pc:sldMk cId="1390806078" sldId="267"/>
            <ac:picMk id="12" creationId="{235C60AC-468B-54DA-DAD9-58343F4EB06E}"/>
          </ac:picMkLst>
        </pc:picChg>
        <pc:picChg chg="add mod">
          <ac:chgData name="Nathan R" userId="b2ac1af611feb5aa" providerId="LiveId" clId="{1FFC8F88-5C06-4DD6-B351-518AEF927734}" dt="2025-01-15T07:33:47.413" v="329" actId="1076"/>
          <ac:picMkLst>
            <pc:docMk/>
            <pc:sldMk cId="1390806078" sldId="267"/>
            <ac:picMk id="14" creationId="{8EDC9ACE-0FBF-6AF7-F068-98BE5C8270CB}"/>
          </ac:picMkLst>
        </pc:picChg>
      </pc:sldChg>
      <pc:sldChg chg="addSp delSp modSp add mod delAnim modAnim">
        <pc:chgData name="Nathan R" userId="b2ac1af611feb5aa" providerId="LiveId" clId="{1FFC8F88-5C06-4DD6-B351-518AEF927734}" dt="2025-01-15T07:39:31.738" v="405"/>
        <pc:sldMkLst>
          <pc:docMk/>
          <pc:sldMk cId="2509217655" sldId="268"/>
        </pc:sldMkLst>
        <pc:spChg chg="mod">
          <ac:chgData name="Nathan R" userId="b2ac1af611feb5aa" providerId="LiveId" clId="{1FFC8F88-5C06-4DD6-B351-518AEF927734}" dt="2025-01-15T07:36:01.721" v="382" actId="20577"/>
          <ac:spMkLst>
            <pc:docMk/>
            <pc:sldMk cId="2509217655" sldId="268"/>
            <ac:spMk id="3" creationId="{16A0C4EB-DE91-C204-A39D-650839EA145B}"/>
          </ac:spMkLst>
        </pc:spChg>
        <pc:spChg chg="mod">
          <ac:chgData name="Nathan R" userId="b2ac1af611feb5aa" providerId="LiveId" clId="{1FFC8F88-5C06-4DD6-B351-518AEF927734}" dt="2025-01-15T07:35:44.948" v="362" actId="20577"/>
          <ac:spMkLst>
            <pc:docMk/>
            <pc:sldMk cId="2509217655" sldId="268"/>
            <ac:spMk id="6" creationId="{1177D02D-8D97-4F4E-D878-A0321C26AE75}"/>
          </ac:spMkLst>
        </pc:spChg>
        <pc:spChg chg="add mod">
          <ac:chgData name="Nathan R" userId="b2ac1af611feb5aa" providerId="LiveId" clId="{1FFC8F88-5C06-4DD6-B351-518AEF927734}" dt="2025-01-15T07:37:37.214" v="392" actId="14100"/>
          <ac:spMkLst>
            <pc:docMk/>
            <pc:sldMk cId="2509217655" sldId="268"/>
            <ac:spMk id="11" creationId="{877A37F6-41C0-FC86-AD6E-1391A72CF8E5}"/>
          </ac:spMkLst>
        </pc:spChg>
        <pc:spChg chg="del">
          <ac:chgData name="Nathan R" userId="b2ac1af611feb5aa" providerId="LiveId" clId="{1FFC8F88-5C06-4DD6-B351-518AEF927734}" dt="2025-01-15T07:35:36.058" v="351" actId="478"/>
          <ac:spMkLst>
            <pc:docMk/>
            <pc:sldMk cId="2509217655" sldId="268"/>
            <ac:spMk id="15" creationId="{3BD44884-B2AE-1056-158E-386E7065D188}"/>
          </ac:spMkLst>
        </pc:spChg>
        <pc:spChg chg="del">
          <ac:chgData name="Nathan R" userId="b2ac1af611feb5aa" providerId="LiveId" clId="{1FFC8F88-5C06-4DD6-B351-518AEF927734}" dt="2025-01-15T07:35:36.058" v="351" actId="478"/>
          <ac:spMkLst>
            <pc:docMk/>
            <pc:sldMk cId="2509217655" sldId="268"/>
            <ac:spMk id="16" creationId="{9F6001FD-43D7-1DB1-1FBD-DBF55136B525}"/>
          </ac:spMkLst>
        </pc:spChg>
        <pc:picChg chg="add mod">
          <ac:chgData name="Nathan R" userId="b2ac1af611feb5aa" providerId="LiveId" clId="{1FFC8F88-5C06-4DD6-B351-518AEF927734}" dt="2025-01-15T07:39:21.408" v="398" actId="1076"/>
          <ac:picMkLst>
            <pc:docMk/>
            <pc:sldMk cId="2509217655" sldId="268"/>
            <ac:picMk id="7" creationId="{34200923-768C-1A30-F9AC-8B43482BEF38}"/>
          </ac:picMkLst>
        </pc:picChg>
        <pc:picChg chg="add mod">
          <ac:chgData name="Nathan R" userId="b2ac1af611feb5aa" providerId="LiveId" clId="{1FFC8F88-5C06-4DD6-B351-518AEF927734}" dt="2025-01-15T07:36:50.991" v="388" actId="1076"/>
          <ac:picMkLst>
            <pc:docMk/>
            <pc:sldMk cId="2509217655" sldId="268"/>
            <ac:picMk id="9" creationId="{A564095E-2F35-CB0F-4A60-858B3B5D647B}"/>
          </ac:picMkLst>
        </pc:picChg>
        <pc:picChg chg="del">
          <ac:chgData name="Nathan R" userId="b2ac1af611feb5aa" providerId="LiveId" clId="{1FFC8F88-5C06-4DD6-B351-518AEF927734}" dt="2025-01-15T07:35:36.058" v="351" actId="478"/>
          <ac:picMkLst>
            <pc:docMk/>
            <pc:sldMk cId="2509217655" sldId="268"/>
            <ac:picMk id="10" creationId="{ABB85A1E-48DE-1E97-012D-2BBC1738ACC4}"/>
          </ac:picMkLst>
        </pc:picChg>
        <pc:picChg chg="del">
          <ac:chgData name="Nathan R" userId="b2ac1af611feb5aa" providerId="LiveId" clId="{1FFC8F88-5C06-4DD6-B351-518AEF927734}" dt="2025-01-15T07:35:36.058" v="351" actId="478"/>
          <ac:picMkLst>
            <pc:docMk/>
            <pc:sldMk cId="2509217655" sldId="268"/>
            <ac:picMk id="12" creationId="{4B76A758-E105-C859-E6AF-C1C62A7706B6}"/>
          </ac:picMkLst>
        </pc:picChg>
        <pc:picChg chg="del">
          <ac:chgData name="Nathan R" userId="b2ac1af611feb5aa" providerId="LiveId" clId="{1FFC8F88-5C06-4DD6-B351-518AEF927734}" dt="2025-01-15T07:35:36.058" v="351" actId="478"/>
          <ac:picMkLst>
            <pc:docMk/>
            <pc:sldMk cId="2509217655" sldId="268"/>
            <ac:picMk id="14" creationId="{D8F6C951-9805-5709-4ED0-BD68E167A525}"/>
          </ac:picMkLst>
        </pc:picChg>
        <pc:picChg chg="add mod">
          <ac:chgData name="Nathan R" userId="b2ac1af611feb5aa" providerId="LiveId" clId="{1FFC8F88-5C06-4DD6-B351-518AEF927734}" dt="2025-01-15T07:39:25.024" v="401" actId="1076"/>
          <ac:picMkLst>
            <pc:docMk/>
            <pc:sldMk cId="2509217655" sldId="268"/>
            <ac:picMk id="17" creationId="{E55AE980-A627-0703-BD4F-D02D270CFEB8}"/>
          </ac:picMkLst>
        </pc:picChg>
      </pc:sldChg>
      <pc:sldChg chg="addSp delSp modSp add mod delAnim modAnim">
        <pc:chgData name="Nathan R" userId="b2ac1af611feb5aa" providerId="LiveId" clId="{1FFC8F88-5C06-4DD6-B351-518AEF927734}" dt="2025-01-15T07:44:47.317" v="632" actId="20577"/>
        <pc:sldMkLst>
          <pc:docMk/>
          <pc:sldMk cId="3723972881" sldId="269"/>
        </pc:sldMkLst>
        <pc:spChg chg="mod">
          <ac:chgData name="Nathan R" userId="b2ac1af611feb5aa" providerId="LiveId" clId="{1FFC8F88-5C06-4DD6-B351-518AEF927734}" dt="2025-01-15T07:41:36.777" v="614" actId="20577"/>
          <ac:spMkLst>
            <pc:docMk/>
            <pc:sldMk cId="3723972881" sldId="269"/>
            <ac:spMk id="3" creationId="{2E605C41-A868-06AA-CD0C-3174C7F1DB4B}"/>
          </ac:spMkLst>
        </pc:spChg>
        <pc:spChg chg="mod">
          <ac:chgData name="Nathan R" userId="b2ac1af611feb5aa" providerId="LiveId" clId="{1FFC8F88-5C06-4DD6-B351-518AEF927734}" dt="2025-01-15T07:44:47.317" v="632" actId="20577"/>
          <ac:spMkLst>
            <pc:docMk/>
            <pc:sldMk cId="3723972881" sldId="269"/>
            <ac:spMk id="6" creationId="{01FCD3AB-01D2-579F-CEFD-8CF4B14D856D}"/>
          </ac:spMkLst>
        </pc:spChg>
        <pc:spChg chg="del">
          <ac:chgData name="Nathan R" userId="b2ac1af611feb5aa" providerId="LiveId" clId="{1FFC8F88-5C06-4DD6-B351-518AEF927734}" dt="2025-01-15T07:40:07.368" v="410" actId="478"/>
          <ac:spMkLst>
            <pc:docMk/>
            <pc:sldMk cId="3723972881" sldId="269"/>
            <ac:spMk id="11" creationId="{C9A4CBE7-A52F-F0E1-B26A-A182FAA008FA}"/>
          </ac:spMkLst>
        </pc:spChg>
        <pc:picChg chg="del">
          <ac:chgData name="Nathan R" userId="b2ac1af611feb5aa" providerId="LiveId" clId="{1FFC8F88-5C06-4DD6-B351-518AEF927734}" dt="2025-01-15T07:40:05.607" v="408" actId="478"/>
          <ac:picMkLst>
            <pc:docMk/>
            <pc:sldMk cId="3723972881" sldId="269"/>
            <ac:picMk id="7" creationId="{20973DD7-B544-1B67-BE5A-3B894046C1F3}"/>
          </ac:picMkLst>
        </pc:picChg>
        <pc:picChg chg="add mod">
          <ac:chgData name="Nathan R" userId="b2ac1af611feb5aa" providerId="LiveId" clId="{1FFC8F88-5C06-4DD6-B351-518AEF927734}" dt="2025-01-15T07:40:26.527" v="412" actId="1076"/>
          <ac:picMkLst>
            <pc:docMk/>
            <pc:sldMk cId="3723972881" sldId="269"/>
            <ac:picMk id="8" creationId="{75042FB5-B9A7-11D1-6CEA-D4FAB01BAB47}"/>
          </ac:picMkLst>
        </pc:picChg>
        <pc:picChg chg="del">
          <ac:chgData name="Nathan R" userId="b2ac1af611feb5aa" providerId="LiveId" clId="{1FFC8F88-5C06-4DD6-B351-518AEF927734}" dt="2025-01-15T07:40:02.702" v="407" actId="478"/>
          <ac:picMkLst>
            <pc:docMk/>
            <pc:sldMk cId="3723972881" sldId="269"/>
            <ac:picMk id="9" creationId="{DFA40051-D9F3-A1E3-32BC-68FAA09AE37A}"/>
          </ac:picMkLst>
        </pc:picChg>
        <pc:picChg chg="add mod">
          <ac:chgData name="Nathan R" userId="b2ac1af611feb5aa" providerId="LiveId" clId="{1FFC8F88-5C06-4DD6-B351-518AEF927734}" dt="2025-01-15T07:44:01.503" v="622" actId="1076"/>
          <ac:picMkLst>
            <pc:docMk/>
            <pc:sldMk cId="3723972881" sldId="269"/>
            <ac:picMk id="12" creationId="{6A449533-67B3-D440-903D-9C49197BC909}"/>
          </ac:picMkLst>
        </pc:picChg>
        <pc:picChg chg="add mod">
          <ac:chgData name="Nathan R" userId="b2ac1af611feb5aa" providerId="LiveId" clId="{1FFC8F88-5C06-4DD6-B351-518AEF927734}" dt="2025-01-15T07:43:52.156" v="621" actId="1076"/>
          <ac:picMkLst>
            <pc:docMk/>
            <pc:sldMk cId="3723972881" sldId="269"/>
            <ac:picMk id="14" creationId="{1791DEBA-BE0C-2D23-A97A-125CB5DE4B53}"/>
          </ac:picMkLst>
        </pc:picChg>
        <pc:picChg chg="del">
          <ac:chgData name="Nathan R" userId="b2ac1af611feb5aa" providerId="LiveId" clId="{1FFC8F88-5C06-4DD6-B351-518AEF927734}" dt="2025-01-15T07:40:05.872" v="409" actId="478"/>
          <ac:picMkLst>
            <pc:docMk/>
            <pc:sldMk cId="3723972881" sldId="269"/>
            <ac:picMk id="17" creationId="{66685283-9CDC-64B9-B26C-501B76932923}"/>
          </ac:picMkLst>
        </pc:picChg>
      </pc:sldChg>
      <pc:sldChg chg="addSp delSp modSp add mod delAnim modAnim">
        <pc:chgData name="Nathan R" userId="b2ac1af611feb5aa" providerId="LiveId" clId="{1FFC8F88-5C06-4DD6-B351-518AEF927734}" dt="2025-01-15T07:49:09.861" v="798"/>
        <pc:sldMkLst>
          <pc:docMk/>
          <pc:sldMk cId="3569153284" sldId="270"/>
        </pc:sldMkLst>
        <pc:spChg chg="mod">
          <ac:chgData name="Nathan R" userId="b2ac1af611feb5aa" providerId="LiveId" clId="{1FFC8F88-5C06-4DD6-B351-518AEF927734}" dt="2025-01-15T07:46:54.393" v="785" actId="1076"/>
          <ac:spMkLst>
            <pc:docMk/>
            <pc:sldMk cId="3569153284" sldId="270"/>
            <ac:spMk id="3" creationId="{3234754F-D670-A735-10CB-2E858D5EA2B8}"/>
          </ac:spMkLst>
        </pc:spChg>
        <pc:spChg chg="mod">
          <ac:chgData name="Nathan R" userId="b2ac1af611feb5aa" providerId="LiveId" clId="{1FFC8F88-5C06-4DD6-B351-518AEF927734}" dt="2025-01-15T07:45:13.309" v="659" actId="313"/>
          <ac:spMkLst>
            <pc:docMk/>
            <pc:sldMk cId="3569153284" sldId="270"/>
            <ac:spMk id="6" creationId="{26C8D911-D50A-4720-62E0-0388F5CA8671}"/>
          </ac:spMkLst>
        </pc:spChg>
        <pc:picChg chg="add mod">
          <ac:chgData name="Nathan R" userId="b2ac1af611feb5aa" providerId="LiveId" clId="{1FFC8F88-5C06-4DD6-B351-518AEF927734}" dt="2025-01-15T07:45:55.719" v="666" actId="1076"/>
          <ac:picMkLst>
            <pc:docMk/>
            <pc:sldMk cId="3569153284" sldId="270"/>
            <ac:picMk id="7" creationId="{310A5EC3-FC21-A92A-5A9B-03B0BE9344F4}"/>
          </ac:picMkLst>
        </pc:picChg>
        <pc:picChg chg="del">
          <ac:chgData name="Nathan R" userId="b2ac1af611feb5aa" providerId="LiveId" clId="{1FFC8F88-5C06-4DD6-B351-518AEF927734}" dt="2025-01-15T07:45:17.890" v="663" actId="478"/>
          <ac:picMkLst>
            <pc:docMk/>
            <pc:sldMk cId="3569153284" sldId="270"/>
            <ac:picMk id="8" creationId="{BC933073-3073-A239-A1FF-FFD6BA6A09C4}"/>
          </ac:picMkLst>
        </pc:picChg>
        <pc:picChg chg="add mod">
          <ac:chgData name="Nathan R" userId="b2ac1af611feb5aa" providerId="LiveId" clId="{1FFC8F88-5C06-4DD6-B351-518AEF927734}" dt="2025-01-15T07:48:28.516" v="788" actId="1076"/>
          <ac:picMkLst>
            <pc:docMk/>
            <pc:sldMk cId="3569153284" sldId="270"/>
            <ac:picMk id="10" creationId="{A8F6D8D7-FA61-418D-C094-C07B778BF04F}"/>
          </ac:picMkLst>
        </pc:picChg>
        <pc:picChg chg="del mod">
          <ac:chgData name="Nathan R" userId="b2ac1af611feb5aa" providerId="LiveId" clId="{1FFC8F88-5C06-4DD6-B351-518AEF927734}" dt="2025-01-15T07:45:17.030" v="662" actId="478"/>
          <ac:picMkLst>
            <pc:docMk/>
            <pc:sldMk cId="3569153284" sldId="270"/>
            <ac:picMk id="12" creationId="{B3FE2879-5CDD-4560-4C00-4D9D80E2972A}"/>
          </ac:picMkLst>
        </pc:picChg>
        <pc:picChg chg="add mod">
          <ac:chgData name="Nathan R" userId="b2ac1af611feb5aa" providerId="LiveId" clId="{1FFC8F88-5C06-4DD6-B351-518AEF927734}" dt="2025-01-15T07:48:49.588" v="791" actId="14100"/>
          <ac:picMkLst>
            <pc:docMk/>
            <pc:sldMk cId="3569153284" sldId="270"/>
            <ac:picMk id="13" creationId="{22DDCF64-1480-E6DA-BCCB-E08F8D544D37}"/>
          </ac:picMkLst>
        </pc:picChg>
        <pc:picChg chg="del">
          <ac:chgData name="Nathan R" userId="b2ac1af611feb5aa" providerId="LiveId" clId="{1FFC8F88-5C06-4DD6-B351-518AEF927734}" dt="2025-01-15T07:45:16.678" v="660" actId="478"/>
          <ac:picMkLst>
            <pc:docMk/>
            <pc:sldMk cId="3569153284" sldId="270"/>
            <ac:picMk id="14" creationId="{DE5AC85C-1FFE-B61E-6423-8A4DCEC281C5}"/>
          </ac:picMkLst>
        </pc:picChg>
      </pc:sldChg>
      <pc:sldChg chg="addSp delSp modSp add mod delAnim modAnim">
        <pc:chgData name="Nathan R" userId="b2ac1af611feb5aa" providerId="LiveId" clId="{1FFC8F88-5C06-4DD6-B351-518AEF927734}" dt="2025-01-15T07:52:13.117" v="851"/>
        <pc:sldMkLst>
          <pc:docMk/>
          <pc:sldMk cId="1281573565" sldId="271"/>
        </pc:sldMkLst>
        <pc:spChg chg="mod">
          <ac:chgData name="Nathan R" userId="b2ac1af611feb5aa" providerId="LiveId" clId="{1FFC8F88-5C06-4DD6-B351-518AEF927734}" dt="2025-01-15T07:50:07.398" v="841" actId="20577"/>
          <ac:spMkLst>
            <pc:docMk/>
            <pc:sldMk cId="1281573565" sldId="271"/>
            <ac:spMk id="3" creationId="{9FDDDB50-EF1A-3FB6-2B96-08C4E9BE74F4}"/>
          </ac:spMkLst>
        </pc:spChg>
        <pc:spChg chg="mod">
          <ac:chgData name="Nathan R" userId="b2ac1af611feb5aa" providerId="LiveId" clId="{1FFC8F88-5C06-4DD6-B351-518AEF927734}" dt="2025-01-15T07:50:00.723" v="820" actId="20577"/>
          <ac:spMkLst>
            <pc:docMk/>
            <pc:sldMk cId="1281573565" sldId="271"/>
            <ac:spMk id="6" creationId="{EF2D2D58-9189-8889-CD2C-D1E3ECC9D864}"/>
          </ac:spMkLst>
        </pc:spChg>
        <pc:picChg chg="del">
          <ac:chgData name="Nathan R" userId="b2ac1af611feb5aa" providerId="LiveId" clId="{1FFC8F88-5C06-4DD6-B351-518AEF927734}" dt="2025-01-15T07:49:53.022" v="800" actId="478"/>
          <ac:picMkLst>
            <pc:docMk/>
            <pc:sldMk cId="1281573565" sldId="271"/>
            <ac:picMk id="7" creationId="{0AE38785-90AC-E594-9D89-2C658A186FC2}"/>
          </ac:picMkLst>
        </pc:picChg>
        <pc:picChg chg="add mod">
          <ac:chgData name="Nathan R" userId="b2ac1af611feb5aa" providerId="LiveId" clId="{1FFC8F88-5C06-4DD6-B351-518AEF927734}" dt="2025-01-15T07:50:14.290" v="844" actId="1076"/>
          <ac:picMkLst>
            <pc:docMk/>
            <pc:sldMk cId="1281573565" sldId="271"/>
            <ac:picMk id="8" creationId="{71988F5D-D8D6-B756-5F3F-84F6F356F473}"/>
          </ac:picMkLst>
        </pc:picChg>
        <pc:picChg chg="del">
          <ac:chgData name="Nathan R" userId="b2ac1af611feb5aa" providerId="LiveId" clId="{1FFC8F88-5C06-4DD6-B351-518AEF927734}" dt="2025-01-15T07:49:54.367" v="801" actId="478"/>
          <ac:picMkLst>
            <pc:docMk/>
            <pc:sldMk cId="1281573565" sldId="271"/>
            <ac:picMk id="10" creationId="{B7ED2CB0-859C-0CA6-3728-E82D57362091}"/>
          </ac:picMkLst>
        </pc:picChg>
        <pc:picChg chg="add mod">
          <ac:chgData name="Nathan R" userId="b2ac1af611feb5aa" providerId="LiveId" clId="{1FFC8F88-5C06-4DD6-B351-518AEF927734}" dt="2025-01-15T07:51:48.805" v="847" actId="1076"/>
          <ac:picMkLst>
            <pc:docMk/>
            <pc:sldMk cId="1281573565" sldId="271"/>
            <ac:picMk id="11" creationId="{0DD0680A-2865-BEF4-6548-D33686585AE8}"/>
          </ac:picMkLst>
        </pc:picChg>
        <pc:picChg chg="del">
          <ac:chgData name="Nathan R" userId="b2ac1af611feb5aa" providerId="LiveId" clId="{1FFC8F88-5C06-4DD6-B351-518AEF927734}" dt="2025-01-15T07:49:54.367" v="801" actId="478"/>
          <ac:picMkLst>
            <pc:docMk/>
            <pc:sldMk cId="1281573565" sldId="271"/>
            <ac:picMk id="13" creationId="{87F5D041-1C27-D61C-7197-053C96BFC3F5}"/>
          </ac:picMkLst>
        </pc:picChg>
        <pc:picChg chg="add mod">
          <ac:chgData name="Nathan R" userId="b2ac1af611feb5aa" providerId="LiveId" clId="{1FFC8F88-5C06-4DD6-B351-518AEF927734}" dt="2025-01-15T07:51:57.620" v="849" actId="1076"/>
          <ac:picMkLst>
            <pc:docMk/>
            <pc:sldMk cId="1281573565" sldId="271"/>
            <ac:picMk id="14" creationId="{DDFB4135-5115-6773-175A-32134618CA62}"/>
          </ac:picMkLst>
        </pc:picChg>
      </pc:sldChg>
      <pc:sldChg chg="delSp modSp add mod delAnim">
        <pc:chgData name="Nathan R" userId="b2ac1af611feb5aa" providerId="LiveId" clId="{1FFC8F88-5C06-4DD6-B351-518AEF927734}" dt="2025-01-15T08:19:21.011" v="898" actId="20577"/>
        <pc:sldMkLst>
          <pc:docMk/>
          <pc:sldMk cId="527648196" sldId="272"/>
        </pc:sldMkLst>
        <pc:spChg chg="del">
          <ac:chgData name="Nathan R" userId="b2ac1af611feb5aa" providerId="LiveId" clId="{1FFC8F88-5C06-4DD6-B351-518AEF927734}" dt="2025-01-15T08:19:17.297" v="890" actId="478"/>
          <ac:spMkLst>
            <pc:docMk/>
            <pc:sldMk cId="527648196" sldId="272"/>
            <ac:spMk id="3" creationId="{077F771B-AB4A-6FBF-4E5E-BC7ADBD216BC}"/>
          </ac:spMkLst>
        </pc:spChg>
        <pc:spChg chg="mod">
          <ac:chgData name="Nathan R" userId="b2ac1af611feb5aa" providerId="LiveId" clId="{1FFC8F88-5C06-4DD6-B351-518AEF927734}" dt="2025-01-15T08:19:21.011" v="898" actId="20577"/>
          <ac:spMkLst>
            <pc:docMk/>
            <pc:sldMk cId="527648196" sldId="272"/>
            <ac:spMk id="4" creationId="{5C79180B-90BB-FDB7-6F80-D859627C0F61}"/>
          </ac:spMkLst>
        </pc:spChg>
        <pc:spChg chg="del">
          <ac:chgData name="Nathan R" userId="b2ac1af611feb5aa" providerId="LiveId" clId="{1FFC8F88-5C06-4DD6-B351-518AEF927734}" dt="2025-01-15T08:19:17.297" v="890" actId="478"/>
          <ac:spMkLst>
            <pc:docMk/>
            <pc:sldMk cId="527648196" sldId="272"/>
            <ac:spMk id="6" creationId="{31235B71-27F2-6460-31BA-712C7367EC4C}"/>
          </ac:spMkLst>
        </pc:spChg>
        <pc:picChg chg="del">
          <ac:chgData name="Nathan R" userId="b2ac1af611feb5aa" providerId="LiveId" clId="{1FFC8F88-5C06-4DD6-B351-518AEF927734}" dt="2025-01-15T08:19:17.297" v="890" actId="478"/>
          <ac:picMkLst>
            <pc:docMk/>
            <pc:sldMk cId="527648196" sldId="272"/>
            <ac:picMk id="8" creationId="{85260D1C-B7AE-408D-5EF0-91679BD29927}"/>
          </ac:picMkLst>
        </pc:picChg>
        <pc:picChg chg="del">
          <ac:chgData name="Nathan R" userId="b2ac1af611feb5aa" providerId="LiveId" clId="{1FFC8F88-5C06-4DD6-B351-518AEF927734}" dt="2025-01-15T08:19:17.297" v="890" actId="478"/>
          <ac:picMkLst>
            <pc:docMk/>
            <pc:sldMk cId="527648196" sldId="272"/>
            <ac:picMk id="11" creationId="{C3DA70FF-0E04-E67F-E2FE-9E7B3A6325B3}"/>
          </ac:picMkLst>
        </pc:picChg>
        <pc:picChg chg="del">
          <ac:chgData name="Nathan R" userId="b2ac1af611feb5aa" providerId="LiveId" clId="{1FFC8F88-5C06-4DD6-B351-518AEF927734}" dt="2025-01-15T08:19:17.297" v="890" actId="478"/>
          <ac:picMkLst>
            <pc:docMk/>
            <pc:sldMk cId="527648196" sldId="272"/>
            <ac:picMk id="14" creationId="{B1480210-4DFD-AF60-42ED-D540F396A3B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80E34-7A11-4693-9C16-47D49863D10E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59AD6-7EC6-4F0B-A076-83D751725D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24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405391-AFF7-7411-B9B5-22A55E7A8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D86F3D-6166-B8D9-AD77-6F559A856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0A27CF-CA22-BF43-8264-4FA12C76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D2A421-97D1-1066-5F70-973831F73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0ADFD0-89DE-F8B9-B9E5-B8E9DF408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53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6515F9-291E-EA5D-D02A-B13D3A753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D2A13C-6758-3937-4C55-EEA3767D3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4A765-622E-9B7B-D2E3-E08936C3B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412CD0-3389-06B6-5016-1D87DE32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7DF3BA-7E5C-500E-651C-65B34CE2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28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50677-872E-44A7-BB88-701ACE15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35ADBB-9DA0-B147-5BC7-47A288F98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C73856-5E50-63F6-7A3C-A455972C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6C060D-81EB-5C27-2359-73FBCBE61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744138-F2C0-0199-82FB-3B91FC1B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21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ECFD0-AA28-F019-46D8-08CA7FD6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8A2925-A65D-4A82-16B4-AC349472A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0F8A6B-4AB7-3536-7832-548882C2E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B8C209-DFDD-AD52-9CEE-70DB2307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52B3E2-5061-2E83-FA56-ACF0384A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569B42-9908-6F1B-E63D-2E1CFBE2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5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43AB1-F8C1-A961-7937-55C4004F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38E69F-94AA-27A1-D851-0A3D07D45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5DCFFA-9290-BAD7-5934-2EB13DF4F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2599771-4794-7F8E-321C-4578F4503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1253E0-C6D6-2E03-99F4-C31945815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C5E75C-6C69-9B96-CA52-46B6BF76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5374478-22FF-8984-82AA-0420B400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F138B8-E5E2-FF3D-FC35-F7B26CE9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47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9CFF9D-7B5C-8CA0-B6C8-EF0473C9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0611A8A-0A4A-A732-60C7-6FA995F91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5D7499-7498-5400-1CB3-29C1024EC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B84F93-4B4D-87DF-A2F6-941B5440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85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0C1882E-EDE7-FF4D-3A6D-724AC8EA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E6D152-FE52-CFA2-BEF3-0C13E936F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197322-EE84-E2AD-1ABA-BBDD7DDF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34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856436-2F50-00C3-12A6-83BCEDC65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9F8248-9E04-AE16-CD33-4E0C92B8E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4C66D2-99BD-EDE2-6ADC-112127473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21CA70-6CAA-A423-63E9-07B34742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1E256D-8942-CAF2-9BFE-673D545A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78E41D-BBDF-B0E8-E0CF-D32B0141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06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5DB724-8285-E906-2DA6-019568C1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B6E1894-EE18-FF60-6F11-332A43056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E627BC-829E-8B76-65C0-35E807796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A684AE-1D10-2F33-0BC7-4AC3DC4F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49C2FE-01AF-B7BA-D18A-8E31974A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F50EBC-BD6C-14C0-AA95-EE615D82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42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3BFD8D-D7C3-6F4D-47EB-F09718D8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C301AE-04B7-F69B-CB88-B08A6FC1F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D3D5F6-F915-AFBA-2DA1-5ADE8FCA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F5EFDA-04D4-8780-3049-36B34809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6264D2-7D43-2221-7210-A99FEB05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24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BEFD799-BF4A-F1A2-5A71-E3475927E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350E0B8-8260-201A-A0D3-C60AB6F36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B93109-A31F-B928-7C76-43BE1563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5D0EB2-D6B6-61D6-FE68-4FE39E85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95A62C-A07D-4A28-47C8-6258B778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923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AC2BAFA-7A70-D9BC-74C6-F5C09E26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01EFEB-7123-920A-F4BC-D7C983700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BF2860-5DA0-C2B2-F06F-AB7C78835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25C51C-CFC2-239E-05F4-65D55D14D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3CEB42-AE69-960F-4D35-A21041EEE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11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5A48FF56-04C3-0B06-A56C-240914760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4808800" cy="2215165"/>
          </a:xfrm>
          <a:prstGeom prst="rect">
            <a:avLst/>
          </a:prstGeom>
        </p:spPr>
      </p:pic>
      <p:pic>
        <p:nvPicPr>
          <p:cNvPr id="9" name="Image 8" descr="Une image contenant texte, Police, noir et blanc, cercle&#10;&#10;Description générée automatiquement">
            <a:extLst>
              <a:ext uri="{FF2B5EF4-FFF2-40B4-BE49-F238E27FC236}">
                <a16:creationId xmlns:a16="http://schemas.microsoft.com/office/drawing/2014/main" id="{C38B1663-E825-D275-5085-975DF4A07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954" y="211974"/>
            <a:ext cx="1617303" cy="15094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8017A6E-C119-2BFA-A209-1E372CA6A2FC}"/>
              </a:ext>
            </a:extLst>
          </p:cNvPr>
          <p:cNvSpPr/>
          <p:nvPr/>
        </p:nvSpPr>
        <p:spPr>
          <a:xfrm>
            <a:off x="3154680" y="2525814"/>
            <a:ext cx="5882640" cy="2001520"/>
          </a:xfrm>
          <a:prstGeom prst="rect">
            <a:avLst/>
          </a:prstGeom>
          <a:solidFill>
            <a:srgbClr val="28262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E6A0469-0770-E797-8896-C9901DF87FC6}"/>
              </a:ext>
            </a:extLst>
          </p:cNvPr>
          <p:cNvSpPr txBox="1"/>
          <p:nvPr/>
        </p:nvSpPr>
        <p:spPr>
          <a:xfrm>
            <a:off x="909686" y="1240287"/>
            <a:ext cx="3683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75000"/>
                  </a:schemeClr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CREATE A VISUAL NOVEL WITH IA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D1DF111-09D9-19B2-245F-FD937E5C08F2}"/>
              </a:ext>
            </a:extLst>
          </p:cNvPr>
          <p:cNvSpPr txBox="1"/>
          <p:nvPr/>
        </p:nvSpPr>
        <p:spPr>
          <a:xfrm>
            <a:off x="3170936" y="3111075"/>
            <a:ext cx="5882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PRESENTATION UE32 </a:t>
            </a:r>
          </a:p>
        </p:txBody>
      </p:sp>
    </p:spTree>
    <p:extLst>
      <p:ext uri="{BB962C8B-B14F-4D97-AF65-F5344CB8AC3E}">
        <p14:creationId xmlns:p14="http://schemas.microsoft.com/office/powerpoint/2010/main" val="23736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67A4F0F-22F5-3A45-78C2-271232668D8E}"/>
              </a:ext>
            </a:extLst>
          </p:cNvPr>
          <p:cNvSpPr txBox="1"/>
          <p:nvPr/>
        </p:nvSpPr>
        <p:spPr>
          <a:xfrm>
            <a:off x="4086956" y="0"/>
            <a:ext cx="4018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TABLE DES MATIERES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83EEB3CA-0A32-5408-F6F7-FBBBAA551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253C2D82-AEA6-259A-5D02-4DA49D87F230}"/>
              </a:ext>
            </a:extLst>
          </p:cNvPr>
          <p:cNvGrpSpPr/>
          <p:nvPr/>
        </p:nvGrpSpPr>
        <p:grpSpPr>
          <a:xfrm>
            <a:off x="2344936" y="1772728"/>
            <a:ext cx="2786332" cy="1656272"/>
            <a:chOff x="951770" y="1772728"/>
            <a:chExt cx="2786332" cy="1656272"/>
          </a:xfrm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3769E6D9-4AF4-617A-8956-FB3CABAD02B4}"/>
                </a:ext>
              </a:extLst>
            </p:cNvPr>
            <p:cNvSpPr/>
            <p:nvPr/>
          </p:nvSpPr>
          <p:spPr>
            <a:xfrm>
              <a:off x="951770" y="1772728"/>
              <a:ext cx="2786332" cy="1656272"/>
            </a:xfrm>
            <a:prstGeom prst="roundRect">
              <a:avLst/>
            </a:prstGeom>
            <a:solidFill>
              <a:srgbClr val="28262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E06B245B-2AA2-7981-58AF-EA2E851A8900}"/>
                </a:ext>
              </a:extLst>
            </p:cNvPr>
            <p:cNvSpPr txBox="1"/>
            <p:nvPr/>
          </p:nvSpPr>
          <p:spPr>
            <a:xfrm>
              <a:off x="1508873" y="2277698"/>
              <a:ext cx="18768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chemeClr val="bg1"/>
                  </a:solidFill>
                  <a:latin typeface="Khmer UI" panose="020B0502040204020203" pitchFamily="34" charset="0"/>
                  <a:cs typeface="Khmer UI" panose="020B0502040204020203" pitchFamily="34" charset="0"/>
                </a:rPr>
                <a:t>THEME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61720B3B-62C7-B40E-6CFA-25A05CBD8896}"/>
              </a:ext>
            </a:extLst>
          </p:cNvPr>
          <p:cNvGrpSpPr/>
          <p:nvPr/>
        </p:nvGrpSpPr>
        <p:grpSpPr>
          <a:xfrm>
            <a:off x="6711878" y="1772728"/>
            <a:ext cx="2786332" cy="1656272"/>
            <a:chOff x="8453899" y="1772728"/>
            <a:chExt cx="2786332" cy="1656272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623E0C09-8BB3-C347-2FA8-DBD45F3D483F}"/>
                </a:ext>
              </a:extLst>
            </p:cNvPr>
            <p:cNvSpPr/>
            <p:nvPr/>
          </p:nvSpPr>
          <p:spPr>
            <a:xfrm>
              <a:off x="8453899" y="1772728"/>
              <a:ext cx="2786332" cy="1656272"/>
            </a:xfrm>
            <a:prstGeom prst="roundRect">
              <a:avLst/>
            </a:prstGeom>
            <a:solidFill>
              <a:srgbClr val="28262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648EC03E-AA31-98C5-039B-01C54C0F5A66}"/>
                </a:ext>
              </a:extLst>
            </p:cNvPr>
            <p:cNvSpPr txBox="1"/>
            <p:nvPr/>
          </p:nvSpPr>
          <p:spPr>
            <a:xfrm>
              <a:off x="8590467" y="2339253"/>
              <a:ext cx="26497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Khmer UI" panose="020B0502040204020203" pitchFamily="34" charset="0"/>
                  <a:cs typeface="Khmer UI" panose="020B0502040204020203" pitchFamily="34" charset="0"/>
                </a:rPr>
                <a:t>STRUCTURES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196A794B-FC18-455D-D0FC-5DDF3911BDE6}"/>
              </a:ext>
            </a:extLst>
          </p:cNvPr>
          <p:cNvGrpSpPr/>
          <p:nvPr/>
        </p:nvGrpSpPr>
        <p:grpSpPr>
          <a:xfrm>
            <a:off x="2344936" y="3863270"/>
            <a:ext cx="2786332" cy="1656272"/>
            <a:chOff x="4591781" y="4224983"/>
            <a:chExt cx="2786332" cy="1656272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C173CE47-4A69-C297-F37A-5FB23FD4D913}"/>
                </a:ext>
              </a:extLst>
            </p:cNvPr>
            <p:cNvSpPr/>
            <p:nvPr/>
          </p:nvSpPr>
          <p:spPr>
            <a:xfrm>
              <a:off x="4591781" y="4224983"/>
              <a:ext cx="2786332" cy="1656272"/>
            </a:xfrm>
            <a:prstGeom prst="roundRect">
              <a:avLst/>
            </a:prstGeom>
            <a:solidFill>
              <a:srgbClr val="28262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88735C9-1969-A127-4F26-8E3123F04024}"/>
                </a:ext>
              </a:extLst>
            </p:cNvPr>
            <p:cNvSpPr txBox="1"/>
            <p:nvPr/>
          </p:nvSpPr>
          <p:spPr>
            <a:xfrm>
              <a:off x="4648835" y="4720809"/>
              <a:ext cx="26722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  <a:latin typeface="Khmer UI" panose="020B0502040204020203" pitchFamily="34" charset="0"/>
                  <a:cs typeface="Khmer UI" panose="020B0502040204020203" pitchFamily="34" charset="0"/>
                </a:rPr>
                <a:t>ALGORITHME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E957EF95-C909-E620-C093-2EDA6084AAB1}"/>
              </a:ext>
            </a:extLst>
          </p:cNvPr>
          <p:cNvGrpSpPr/>
          <p:nvPr/>
        </p:nvGrpSpPr>
        <p:grpSpPr>
          <a:xfrm>
            <a:off x="6711878" y="3863270"/>
            <a:ext cx="2786332" cy="1656272"/>
            <a:chOff x="8453899" y="1772728"/>
            <a:chExt cx="2786332" cy="1656272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B4D1D432-7DB1-536D-A52E-D1BA28CE1F42}"/>
                </a:ext>
              </a:extLst>
            </p:cNvPr>
            <p:cNvSpPr/>
            <p:nvPr/>
          </p:nvSpPr>
          <p:spPr>
            <a:xfrm>
              <a:off x="8453899" y="1772728"/>
              <a:ext cx="2786332" cy="1656272"/>
            </a:xfrm>
            <a:prstGeom prst="roundRect">
              <a:avLst/>
            </a:prstGeom>
            <a:solidFill>
              <a:srgbClr val="28262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96AC8D63-EC47-6323-CD8B-8E912B16B893}"/>
                </a:ext>
              </a:extLst>
            </p:cNvPr>
            <p:cNvSpPr txBox="1"/>
            <p:nvPr/>
          </p:nvSpPr>
          <p:spPr>
            <a:xfrm>
              <a:off x="8911634" y="2268554"/>
              <a:ext cx="20074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Khmer UI" panose="020B0502040204020203" pitchFamily="34" charset="0"/>
                  <a:cs typeface="Khmer UI" panose="020B0502040204020203" pitchFamily="34" charset="0"/>
                </a:rPr>
                <a:t>CRITIQUE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622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F9DB0-31BA-28FC-B59C-057666DD7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2CBBDB0-971B-1E58-EBD3-7987FD18D063}"/>
              </a:ext>
            </a:extLst>
          </p:cNvPr>
          <p:cNvSpPr txBox="1"/>
          <p:nvPr/>
        </p:nvSpPr>
        <p:spPr>
          <a:xfrm>
            <a:off x="5357657" y="0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THEME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F626BB37-8B43-3257-D249-D56D03B58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pic>
        <p:nvPicPr>
          <p:cNvPr id="1026" name="Picture 2" descr="IA au travail : Adoption limitée mais fort potentiel en France">
            <a:extLst>
              <a:ext uri="{FF2B5EF4-FFF2-40B4-BE49-F238E27FC236}">
                <a16:creationId xmlns:a16="http://schemas.microsoft.com/office/drawing/2014/main" id="{C8C0E661-CF93-8D29-D888-6AC272B2A0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51" r="17912"/>
          <a:stretch/>
        </p:blipFill>
        <p:spPr bwMode="auto">
          <a:xfrm>
            <a:off x="1105318" y="1928027"/>
            <a:ext cx="2643785" cy="300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sual Novels | Mudae Wiki | Fandom">
            <a:extLst>
              <a:ext uri="{FF2B5EF4-FFF2-40B4-BE49-F238E27FC236}">
                <a16:creationId xmlns:a16="http://schemas.microsoft.com/office/drawing/2014/main" id="{EB73A685-675B-9635-D46B-8FB5FD151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859" y="2543174"/>
            <a:ext cx="381000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65673154-29C2-B5BD-73EF-B260E1C42EFB}"/>
              </a:ext>
            </a:extLst>
          </p:cNvPr>
          <p:cNvSpPr/>
          <p:nvPr/>
        </p:nvSpPr>
        <p:spPr>
          <a:xfrm>
            <a:off x="4315968" y="3200400"/>
            <a:ext cx="2441448" cy="502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584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F8A8-09AB-8EDF-D676-25997ACA0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114ED06-6FA9-BE96-8AAF-C49675BAA204}"/>
              </a:ext>
            </a:extLst>
          </p:cNvPr>
          <p:cNvSpPr txBox="1"/>
          <p:nvPr/>
        </p:nvSpPr>
        <p:spPr>
          <a:xfrm>
            <a:off x="4920838" y="0"/>
            <a:ext cx="2350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STRUCTURE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6B2A9B26-9806-BCDE-04D2-F8E32C07C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29BFAE1-E5C4-2A28-02FC-C52E8FF4F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8" y="2033816"/>
            <a:ext cx="5017295" cy="13951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1C23CD6-5BBB-D7A5-3AAD-B610F2618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38" y="3755702"/>
            <a:ext cx="11441122" cy="34294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02651A7-14E2-80A2-52DC-A6D09DCFAA5E}"/>
              </a:ext>
            </a:extLst>
          </p:cNvPr>
          <p:cNvSpPr txBox="1"/>
          <p:nvPr/>
        </p:nvSpPr>
        <p:spPr>
          <a:xfrm>
            <a:off x="5719377" y="2033816"/>
            <a:ext cx="155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Dictionnaire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B3849A9-BADD-860C-BCB2-533AADCD9413}"/>
              </a:ext>
            </a:extLst>
          </p:cNvPr>
          <p:cNvSpPr txBox="1"/>
          <p:nvPr/>
        </p:nvSpPr>
        <p:spPr>
          <a:xfrm>
            <a:off x="376943" y="4240686"/>
            <a:ext cx="100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Tableau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8BCD6BF-3D24-E047-E978-04A94D317ACA}"/>
              </a:ext>
            </a:extLst>
          </p:cNvPr>
          <p:cNvSpPr txBox="1"/>
          <p:nvPr/>
        </p:nvSpPr>
        <p:spPr>
          <a:xfrm>
            <a:off x="375438" y="4240686"/>
            <a:ext cx="155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Liste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B68C07A-0E95-816F-DC3C-B3C7D2748D78}"/>
              </a:ext>
            </a:extLst>
          </p:cNvPr>
          <p:cNvSpPr txBox="1"/>
          <p:nvPr/>
        </p:nvSpPr>
        <p:spPr>
          <a:xfrm>
            <a:off x="375438" y="4240686"/>
            <a:ext cx="100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trike="sngStrike" dirty="0">
                <a:solidFill>
                  <a:schemeClr val="bg1"/>
                </a:solidFill>
              </a:rPr>
              <a:t>Tableau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9E35B1-B8F4-598E-0C7E-5B5388DCA5F6}"/>
              </a:ext>
            </a:extLst>
          </p:cNvPr>
          <p:cNvSpPr txBox="1"/>
          <p:nvPr/>
        </p:nvSpPr>
        <p:spPr>
          <a:xfrm>
            <a:off x="375438" y="1397583"/>
            <a:ext cx="434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Classe Gui</a:t>
            </a:r>
          </a:p>
        </p:txBody>
      </p:sp>
    </p:spTree>
    <p:extLst>
      <p:ext uri="{BB962C8B-B14F-4D97-AF65-F5344CB8AC3E}">
        <p14:creationId xmlns:p14="http://schemas.microsoft.com/office/powerpoint/2010/main" val="3677812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2" grpId="1"/>
      <p:bldP spid="13" grpId="0"/>
      <p:bldP spid="14" grpId="0"/>
      <p:bldP spid="1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10177-338F-0E5E-E78C-CBA1D26D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BC60E82-BA5D-6400-C571-21BFAAC48920}"/>
              </a:ext>
            </a:extLst>
          </p:cNvPr>
          <p:cNvSpPr txBox="1"/>
          <p:nvPr/>
        </p:nvSpPr>
        <p:spPr>
          <a:xfrm>
            <a:off x="4920838" y="0"/>
            <a:ext cx="2350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STRUCTURE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37323936-1C38-F585-EDFF-2C527DC91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781562F-6E60-12B6-1348-43C815DD17A7}"/>
              </a:ext>
            </a:extLst>
          </p:cNvPr>
          <p:cNvSpPr txBox="1"/>
          <p:nvPr/>
        </p:nvSpPr>
        <p:spPr>
          <a:xfrm>
            <a:off x="375438" y="1397583"/>
            <a:ext cx="434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Classe </a:t>
            </a:r>
            <a:r>
              <a:rPr lang="fr-FR" dirty="0" err="1">
                <a:solidFill>
                  <a:schemeClr val="bg1"/>
                </a:solidFill>
              </a:rPr>
              <a:t>dialog_object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EB53E3C-0144-4F6F-4F07-620F82770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51" y="3860211"/>
            <a:ext cx="3677163" cy="27626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B4387CA-C3C7-37F5-A160-BD95B9055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51" y="4262130"/>
            <a:ext cx="1495634" cy="26673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9C60DDE-C0D1-D6ED-306D-7B0FAC839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51" y="2230334"/>
            <a:ext cx="8792802" cy="44773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E4F394CA-9410-87ED-1F2C-87F9AB290B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351" y="2881154"/>
            <a:ext cx="6401693" cy="266737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FA228ED2-5CC3-905A-80B3-0729F2E2D274}"/>
              </a:ext>
            </a:extLst>
          </p:cNvPr>
          <p:cNvSpPr txBox="1"/>
          <p:nvPr/>
        </p:nvSpPr>
        <p:spPr>
          <a:xfrm>
            <a:off x="9538902" y="2645190"/>
            <a:ext cx="155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Dictionnaire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155A800-A9A4-1C91-4647-320585C25547}"/>
              </a:ext>
            </a:extLst>
          </p:cNvPr>
          <p:cNvSpPr txBox="1"/>
          <p:nvPr/>
        </p:nvSpPr>
        <p:spPr>
          <a:xfrm>
            <a:off x="4544215" y="4077464"/>
            <a:ext cx="155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Liste</a:t>
            </a:r>
          </a:p>
        </p:txBody>
      </p:sp>
    </p:spTree>
    <p:extLst>
      <p:ext uri="{BB962C8B-B14F-4D97-AF65-F5344CB8AC3E}">
        <p14:creationId xmlns:p14="http://schemas.microsoft.com/office/powerpoint/2010/main" val="2032135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1259-0DBE-CE67-438F-C624B77D2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5D7A183-9F9F-AC50-1AB7-3F4A2A30A955}"/>
              </a:ext>
            </a:extLst>
          </p:cNvPr>
          <p:cNvSpPr txBox="1"/>
          <p:nvPr/>
        </p:nvSpPr>
        <p:spPr>
          <a:xfrm>
            <a:off x="4920838" y="0"/>
            <a:ext cx="2350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STRUCTURE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78366605-EEBE-FDA3-BF3D-5D5A200EB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6C80329-8FA0-7984-3B8D-B11BE725F7CB}"/>
              </a:ext>
            </a:extLst>
          </p:cNvPr>
          <p:cNvSpPr txBox="1"/>
          <p:nvPr/>
        </p:nvSpPr>
        <p:spPr>
          <a:xfrm>
            <a:off x="375438" y="1397583"/>
            <a:ext cx="434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Classe </a:t>
            </a:r>
            <a:r>
              <a:rPr lang="fr-FR" dirty="0" err="1">
                <a:solidFill>
                  <a:schemeClr val="bg1"/>
                </a:solidFill>
              </a:rPr>
              <a:t>ModelHandler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45C2566-E93E-56D8-776B-2F5825ACE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8" y="2280841"/>
            <a:ext cx="4096322" cy="264832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5DF0CBB-320E-63D7-4CDE-5BC413AFAEE7}"/>
              </a:ext>
            </a:extLst>
          </p:cNvPr>
          <p:cNvSpPr txBox="1"/>
          <p:nvPr/>
        </p:nvSpPr>
        <p:spPr>
          <a:xfrm>
            <a:off x="4895933" y="3059668"/>
            <a:ext cx="155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Dictionnaire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1E1003F-841B-0AA0-70B6-08B820523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891" y="2907409"/>
            <a:ext cx="5017295" cy="139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66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FF2B-56C2-CFB4-895B-E4F8113E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9C036DA-5ED8-8F76-E27A-B986FD9EE267}"/>
              </a:ext>
            </a:extLst>
          </p:cNvPr>
          <p:cNvSpPr txBox="1"/>
          <p:nvPr/>
        </p:nvSpPr>
        <p:spPr>
          <a:xfrm>
            <a:off x="4920838" y="0"/>
            <a:ext cx="2350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STRUCTURE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BE9A9035-3476-E2D9-3720-902C46174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B6F0C50-4137-0A2C-59DA-1C2DD4F85988}"/>
              </a:ext>
            </a:extLst>
          </p:cNvPr>
          <p:cNvSpPr txBox="1"/>
          <p:nvPr/>
        </p:nvSpPr>
        <p:spPr>
          <a:xfrm>
            <a:off x="375438" y="1397583"/>
            <a:ext cx="434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Classe </a:t>
            </a:r>
            <a:r>
              <a:rPr lang="fr-FR" dirty="0" err="1">
                <a:solidFill>
                  <a:schemeClr val="bg1"/>
                </a:solidFill>
              </a:rPr>
              <a:t>dialogmenu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2934530-CF72-C135-D992-6E5B48483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8" y="2514581"/>
            <a:ext cx="1971950" cy="26673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CB95FF9-7C8D-B912-587A-6D1DAAECF9BE}"/>
              </a:ext>
            </a:extLst>
          </p:cNvPr>
          <p:cNvSpPr txBox="1"/>
          <p:nvPr/>
        </p:nvSpPr>
        <p:spPr>
          <a:xfrm>
            <a:off x="3008713" y="2411986"/>
            <a:ext cx="155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Liste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5651D47-48E9-1401-3735-1819DB032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181" y="1890825"/>
            <a:ext cx="3087527" cy="286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49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E9A6F-29FB-72B4-9BC1-881FDE17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5DE73E2-67DB-FD4B-6CBF-837DED0B928A}"/>
              </a:ext>
            </a:extLst>
          </p:cNvPr>
          <p:cNvSpPr txBox="1"/>
          <p:nvPr/>
        </p:nvSpPr>
        <p:spPr>
          <a:xfrm>
            <a:off x="4920838" y="0"/>
            <a:ext cx="2350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STRUCTURE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7FB78B6F-B90D-A37F-FA7A-54C750063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26F7967-8259-00AA-6D86-424FDCB443DC}"/>
              </a:ext>
            </a:extLst>
          </p:cNvPr>
          <p:cNvSpPr txBox="1"/>
          <p:nvPr/>
        </p:nvSpPr>
        <p:spPr>
          <a:xfrm>
            <a:off x="375438" y="1397583"/>
            <a:ext cx="434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Classe </a:t>
            </a:r>
            <a:r>
              <a:rPr lang="fr-FR" dirty="0" err="1">
                <a:solidFill>
                  <a:schemeClr val="bg1"/>
                </a:solidFill>
              </a:rPr>
              <a:t>labelobject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0E196F5-F092-43EA-01F7-44CACCD42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49" y="2533632"/>
            <a:ext cx="2114845" cy="24768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2969070-5132-E58A-818A-6BBE869BB9BC}"/>
              </a:ext>
            </a:extLst>
          </p:cNvPr>
          <p:cNvSpPr txBox="1"/>
          <p:nvPr/>
        </p:nvSpPr>
        <p:spPr>
          <a:xfrm>
            <a:off x="3369054" y="2533632"/>
            <a:ext cx="155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Dictionnaire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59A9E65-DDE4-5FE4-ADEE-A92B37FA1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599" y="1753975"/>
            <a:ext cx="2915057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83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4A9C3-37A9-E877-59A9-A19ED255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5D3F255-F34A-EA28-0C26-5375CE71EEC6}"/>
              </a:ext>
            </a:extLst>
          </p:cNvPr>
          <p:cNvSpPr txBox="1"/>
          <p:nvPr/>
        </p:nvSpPr>
        <p:spPr>
          <a:xfrm>
            <a:off x="4920838" y="0"/>
            <a:ext cx="2350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STRUCTURE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22AAF104-B3B4-05E1-C200-18776D5B1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B565E85-52F3-4D3D-F96A-8FCF4B0A1256}"/>
              </a:ext>
            </a:extLst>
          </p:cNvPr>
          <p:cNvSpPr txBox="1"/>
          <p:nvPr/>
        </p:nvSpPr>
        <p:spPr>
          <a:xfrm>
            <a:off x="375438" y="1397583"/>
            <a:ext cx="4347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Classe </a:t>
            </a:r>
            <a:r>
              <a:rPr lang="fr-FR" dirty="0" err="1">
                <a:solidFill>
                  <a:schemeClr val="bg1"/>
                </a:solidFill>
              </a:rPr>
              <a:t>object_to_script_converter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F158E9C-8F45-B2A2-03F5-3CC0FDA5A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17" y="2187753"/>
            <a:ext cx="2162477" cy="87642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7001391-3117-B7E7-66A1-675D81168449}"/>
              </a:ext>
            </a:extLst>
          </p:cNvPr>
          <p:cNvSpPr txBox="1"/>
          <p:nvPr/>
        </p:nvSpPr>
        <p:spPr>
          <a:xfrm>
            <a:off x="3369053" y="2256632"/>
            <a:ext cx="2350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Dictionnaire + Liste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512BC96-8C59-002D-8D06-7F66A896A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582" y="1766915"/>
            <a:ext cx="3627055" cy="369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81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7454-9557-8A0B-8777-C9B5923D2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F217BE4-1E49-BBD2-B03B-5910240ED277}"/>
              </a:ext>
            </a:extLst>
          </p:cNvPr>
          <p:cNvSpPr txBox="1"/>
          <p:nvPr/>
        </p:nvSpPr>
        <p:spPr>
          <a:xfrm>
            <a:off x="4766341" y="0"/>
            <a:ext cx="2659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ALGORITHME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4D064FAF-0DDC-7CF5-CF71-A77DBAEF1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C26828E-A554-AA73-494F-15160674553C}"/>
              </a:ext>
            </a:extLst>
          </p:cNvPr>
          <p:cNvSpPr txBox="1"/>
          <p:nvPr/>
        </p:nvSpPr>
        <p:spPr>
          <a:xfrm>
            <a:off x="797934" y="2519987"/>
            <a:ext cx="2824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Choisir un projet </a:t>
            </a:r>
            <a:r>
              <a:rPr lang="fr-FR" dirty="0" err="1">
                <a:solidFill>
                  <a:schemeClr val="bg1"/>
                </a:solidFill>
              </a:rPr>
              <a:t>Renpy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Choisir un Model et ses paramètres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695F08-1FFB-E26B-80C6-77CD285CF411}"/>
              </a:ext>
            </a:extLst>
          </p:cNvPr>
          <p:cNvSpPr txBox="1"/>
          <p:nvPr/>
        </p:nvSpPr>
        <p:spPr>
          <a:xfrm>
            <a:off x="797934" y="1751162"/>
            <a:ext cx="170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Environnement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7E5D9C5-1013-80FF-D294-EF11B08D4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243" y="3429000"/>
            <a:ext cx="5095110" cy="262034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35C60AC-468B-54DA-DAD9-58343F4EB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572" y="1339321"/>
            <a:ext cx="4823781" cy="146963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EDC9ACE-0FBF-6AF7-F068-98BE5C827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778" y="717952"/>
            <a:ext cx="2522496" cy="5881255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82F217BD-0446-6219-C382-DBCF58C10C1D}"/>
              </a:ext>
            </a:extLst>
          </p:cNvPr>
          <p:cNvSpPr/>
          <p:nvPr/>
        </p:nvSpPr>
        <p:spPr>
          <a:xfrm>
            <a:off x="4252238" y="664887"/>
            <a:ext cx="2673465" cy="4868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20769C1-FEF7-01E7-4CBA-42966505D118}"/>
              </a:ext>
            </a:extLst>
          </p:cNvPr>
          <p:cNvSpPr/>
          <p:nvPr/>
        </p:nvSpPr>
        <p:spPr>
          <a:xfrm>
            <a:off x="4252237" y="2738219"/>
            <a:ext cx="2673465" cy="4868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806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B3F85-2379-9D03-153F-BA4DFBD1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068E780-45A0-6AB8-844F-874CECE56F2C}"/>
              </a:ext>
            </a:extLst>
          </p:cNvPr>
          <p:cNvSpPr txBox="1"/>
          <p:nvPr/>
        </p:nvSpPr>
        <p:spPr>
          <a:xfrm>
            <a:off x="4766341" y="0"/>
            <a:ext cx="2659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ALGORITHME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D91F1062-5EEC-F46C-4AD8-8940FA518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6A0C4EB-DE91-C204-A39D-650839EA145B}"/>
              </a:ext>
            </a:extLst>
          </p:cNvPr>
          <p:cNvSpPr txBox="1"/>
          <p:nvPr/>
        </p:nvSpPr>
        <p:spPr>
          <a:xfrm>
            <a:off x="797934" y="2519987"/>
            <a:ext cx="282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Choisir un Contexte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Choisir un Prompt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77D02D-8D97-4F4E-D878-A0321C26AE75}"/>
              </a:ext>
            </a:extLst>
          </p:cNvPr>
          <p:cNvSpPr txBox="1"/>
          <p:nvPr/>
        </p:nvSpPr>
        <p:spPr>
          <a:xfrm>
            <a:off x="797934" y="1751162"/>
            <a:ext cx="170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Résultats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4200923-768C-1A30-F9AC-8B43482BE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911" y="1088401"/>
            <a:ext cx="4701733" cy="104152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564095E-2F35-CB0F-4A60-858B3B5D6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08" y="4585138"/>
            <a:ext cx="10450383" cy="1895740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77A37F6-41C0-FC86-AD6E-1391A72CF8E5}"/>
              </a:ext>
            </a:extLst>
          </p:cNvPr>
          <p:cNvSpPr/>
          <p:nvPr/>
        </p:nvSpPr>
        <p:spPr>
          <a:xfrm>
            <a:off x="2210152" y="5994012"/>
            <a:ext cx="1092342" cy="4868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55AE980-A627-0703-BD4F-D02D270CF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849" y="2834205"/>
            <a:ext cx="5425899" cy="104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17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1D407-CDA4-14CF-1643-E9D840887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D95456E-73EA-020C-08D1-0F284E91A0EC}"/>
              </a:ext>
            </a:extLst>
          </p:cNvPr>
          <p:cNvSpPr txBox="1"/>
          <p:nvPr/>
        </p:nvSpPr>
        <p:spPr>
          <a:xfrm>
            <a:off x="4766341" y="0"/>
            <a:ext cx="2659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ALGORITHME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89503886-789C-BF25-E5B3-F47A3B1D5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E605C41-A868-06AA-CD0C-3174C7F1DB4B}"/>
              </a:ext>
            </a:extLst>
          </p:cNvPr>
          <p:cNvSpPr txBox="1"/>
          <p:nvPr/>
        </p:nvSpPr>
        <p:spPr>
          <a:xfrm>
            <a:off x="797934" y="2519987"/>
            <a:ext cx="42445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Bouton vert = Créer un nouveau personnage a la suite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Bouton Gris = Voir la fenêtre du personnage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Bouton Rouge = Supprimer tous ce qui vient après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1FCD3AB-01D2-579F-CEFD-8CF4B14D856D}"/>
              </a:ext>
            </a:extLst>
          </p:cNvPr>
          <p:cNvSpPr txBox="1"/>
          <p:nvPr/>
        </p:nvSpPr>
        <p:spPr>
          <a:xfrm>
            <a:off x="797933" y="1751162"/>
            <a:ext cx="2930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Personnages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5042FB5-B9A7-11D1-6CEA-D4FAB01BA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67" y="5012079"/>
            <a:ext cx="2400635" cy="82879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A449533-67B3-D440-903D-9C49197BC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797" y="3899512"/>
            <a:ext cx="5300337" cy="241745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791DEBA-BE0C-2D23-A97A-125CB5DE4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1" y="913167"/>
            <a:ext cx="5577490" cy="204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72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95DF-C012-3B50-C222-18F487CCF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476A4FF-3803-C1D0-B7C4-1060237578A0}"/>
              </a:ext>
            </a:extLst>
          </p:cNvPr>
          <p:cNvSpPr txBox="1"/>
          <p:nvPr/>
        </p:nvSpPr>
        <p:spPr>
          <a:xfrm>
            <a:off x="4766341" y="0"/>
            <a:ext cx="2659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ALGORITHME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07B97097-1B52-ED1F-CFC2-7236E95DC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234754F-D670-A735-10CB-2E858D5EA2B8}"/>
              </a:ext>
            </a:extLst>
          </p:cNvPr>
          <p:cNvSpPr txBox="1"/>
          <p:nvPr/>
        </p:nvSpPr>
        <p:spPr>
          <a:xfrm>
            <a:off x="797933" y="2362224"/>
            <a:ext cx="3729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Choisir le nom du personnage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Modifier son dialogue/Son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Modifier ses choix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6C8D911-D50A-4720-62E0-0388F5CA8671}"/>
              </a:ext>
            </a:extLst>
          </p:cNvPr>
          <p:cNvSpPr txBox="1"/>
          <p:nvPr/>
        </p:nvSpPr>
        <p:spPr>
          <a:xfrm>
            <a:off x="797933" y="1751162"/>
            <a:ext cx="2930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Fenêtre de personnage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10A5EC3-FC21-A92A-5A9B-03B0BE934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656" y="1109707"/>
            <a:ext cx="3036814" cy="501144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8F6D8D7-FA61-418D-C094-C07B778BF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33" y="3530278"/>
            <a:ext cx="5536587" cy="85530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2DDCF64-1480-E6DA-BCCB-E08F8D544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33" y="4510410"/>
            <a:ext cx="5536587" cy="130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53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B1EFB-D2E7-E3F1-4D1A-5F81D39F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EF100D3-7697-D097-495A-9A39B2A194E0}"/>
              </a:ext>
            </a:extLst>
          </p:cNvPr>
          <p:cNvSpPr txBox="1"/>
          <p:nvPr/>
        </p:nvSpPr>
        <p:spPr>
          <a:xfrm>
            <a:off x="4766341" y="0"/>
            <a:ext cx="2659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ALGORITHME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15109BF9-61EC-C20F-F106-EE1E19263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FDDDB50-EF1A-3FB6-2B96-08C4E9BE74F4}"/>
              </a:ext>
            </a:extLst>
          </p:cNvPr>
          <p:cNvSpPr txBox="1"/>
          <p:nvPr/>
        </p:nvSpPr>
        <p:spPr>
          <a:xfrm>
            <a:off x="797933" y="2362224"/>
            <a:ext cx="372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Cliquer sur le bouton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F2D2D58-9189-8889-CD2C-D1E3ECC9D864}"/>
              </a:ext>
            </a:extLst>
          </p:cNvPr>
          <p:cNvSpPr txBox="1"/>
          <p:nvPr/>
        </p:nvSpPr>
        <p:spPr>
          <a:xfrm>
            <a:off x="797933" y="1751162"/>
            <a:ext cx="2930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Convertisseur </a:t>
            </a:r>
            <a:r>
              <a:rPr lang="fr-FR" dirty="0" err="1">
                <a:solidFill>
                  <a:schemeClr val="bg1"/>
                </a:solidFill>
              </a:rPr>
              <a:t>renpy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1988F5D-D8D6-B756-5F3F-84F6F356F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59" y="3105105"/>
            <a:ext cx="2114845" cy="32389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DD0680A-2865-BEF4-6548-D33686585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341" y="1742034"/>
            <a:ext cx="7013798" cy="272614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DFB4135-5115-6773-175A-32134618C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81" y="4168754"/>
            <a:ext cx="2543530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73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ABEF-95AD-91A6-8667-6B941BEB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C79180B-90BB-FDB7-6F80-D859627C0F61}"/>
              </a:ext>
            </a:extLst>
          </p:cNvPr>
          <p:cNvSpPr txBox="1"/>
          <p:nvPr/>
        </p:nvSpPr>
        <p:spPr>
          <a:xfrm>
            <a:off x="4766341" y="0"/>
            <a:ext cx="1917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CRITIQUE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E4D1EAEC-1A08-3AC0-E936-EB262E0F7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48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Présentation T3 UE1</Template>
  <TotalTime>255</TotalTime>
  <Words>129</Words>
  <Application>Microsoft Office PowerPoint</Application>
  <PresentationFormat>Grand écran</PresentationFormat>
  <Paragraphs>52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Khmer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REUTENAUER</dc:creator>
  <cp:lastModifiedBy>Nathan REUTENAUER</cp:lastModifiedBy>
  <cp:revision>2</cp:revision>
  <dcterms:created xsi:type="dcterms:W3CDTF">2025-01-14T08:49:05Z</dcterms:created>
  <dcterms:modified xsi:type="dcterms:W3CDTF">2025-01-15T10:31:42Z</dcterms:modified>
</cp:coreProperties>
</file>